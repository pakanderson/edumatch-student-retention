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6" r:id="rId5"/>
    <p:sldId id="261" r:id="rId6"/>
    <p:sldId id="263" r:id="rId7"/>
    <p:sldId id="267" r:id="rId8"/>
    <p:sldId id="268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83DBF3-7FEE-457F-93FE-14FB63BAFAF6}" v="266" dt="2026-07-11T04:46:37.3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1248" y="-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Kwaku Larbi Anderson" userId="68a08b9e66d5d016" providerId="LiveId" clId="{433DCE2B-3408-4240-AE51-36394CB63D66}"/>
    <pc:docChg chg="undo redo custSel addSld delSld modSld sldOrd">
      <pc:chgData name="Paul Kwaku Larbi Anderson" userId="68a08b9e66d5d016" providerId="LiveId" clId="{433DCE2B-3408-4240-AE51-36394CB63D66}" dt="2026-07-11T05:29:34.368" v="2795" actId="14100"/>
      <pc:docMkLst>
        <pc:docMk/>
      </pc:docMkLst>
      <pc:sldChg chg="addSp delSp modSp mod">
        <pc:chgData name="Paul Kwaku Larbi Anderson" userId="68a08b9e66d5d016" providerId="LiveId" clId="{433DCE2B-3408-4240-AE51-36394CB63D66}" dt="2026-07-11T04:21:21.691" v="1805" actId="207"/>
        <pc:sldMkLst>
          <pc:docMk/>
          <pc:sldMk cId="0" sldId="256"/>
        </pc:sldMkLst>
        <pc:spChg chg="del">
          <ac:chgData name="Paul Kwaku Larbi Anderson" userId="68a08b9e66d5d016" providerId="LiveId" clId="{433DCE2B-3408-4240-AE51-36394CB63D66}" dt="2026-07-10T13:47:12.747" v="0" actId="478"/>
          <ac:spMkLst>
            <pc:docMk/>
            <pc:sldMk cId="0" sldId="256"/>
            <ac:spMk id="2" creationId="{00000000-0000-0000-0000-000000000000}"/>
          </ac:spMkLst>
        </pc:spChg>
        <pc:spChg chg="del">
          <ac:chgData name="Paul Kwaku Larbi Anderson" userId="68a08b9e66d5d016" providerId="LiveId" clId="{433DCE2B-3408-4240-AE51-36394CB63D66}" dt="2026-07-10T13:47:15.830" v="1" actId="478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Paul Kwaku Larbi Anderson" userId="68a08b9e66d5d016" providerId="LiveId" clId="{433DCE2B-3408-4240-AE51-36394CB63D66}" dt="2026-07-11T04:21:21.691" v="1805" actId="207"/>
          <ac:spMkLst>
            <pc:docMk/>
            <pc:sldMk cId="0" sldId="256"/>
            <ac:spMk id="3" creationId="{11D342B9-6122-5358-7284-53DE571DC698}"/>
          </ac:spMkLst>
        </pc:spChg>
        <pc:spChg chg="mod">
          <ac:chgData name="Paul Kwaku Larbi Anderson" userId="68a08b9e66d5d016" providerId="LiveId" clId="{433DCE2B-3408-4240-AE51-36394CB63D66}" dt="2026-07-11T04:15:37.715" v="1782" actId="255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Paul Kwaku Larbi Anderson" userId="68a08b9e66d5d016" providerId="LiveId" clId="{433DCE2B-3408-4240-AE51-36394CB63D66}" dt="2026-07-10T18:08:39.903" v="1028" actId="478"/>
          <ac:spMkLst>
            <pc:docMk/>
            <pc:sldMk cId="0" sldId="256"/>
            <ac:spMk id="5" creationId="{00000000-0000-0000-0000-000000000000}"/>
          </ac:spMkLst>
        </pc:spChg>
        <pc:spChg chg="add del mod">
          <ac:chgData name="Paul Kwaku Larbi Anderson" userId="68a08b9e66d5d016" providerId="LiveId" clId="{433DCE2B-3408-4240-AE51-36394CB63D66}" dt="2026-07-11T04:18:59.142" v="1799" actId="22"/>
          <ac:spMkLst>
            <pc:docMk/>
            <pc:sldMk cId="0" sldId="256"/>
            <ac:spMk id="5" creationId="{AA81CD93-6F1A-C476-5209-4EF03EEAF309}"/>
          </ac:spMkLst>
        </pc:spChg>
        <pc:spChg chg="mod">
          <ac:chgData name="Paul Kwaku Larbi Anderson" userId="68a08b9e66d5d016" providerId="LiveId" clId="{433DCE2B-3408-4240-AE51-36394CB63D66}" dt="2026-07-11T04:18:20.843" v="1794" actId="14100"/>
          <ac:spMkLst>
            <pc:docMk/>
            <pc:sldMk cId="0" sldId="256"/>
            <ac:spMk id="6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1T04:18:05.951" v="1792" actId="1076"/>
          <ac:spMkLst>
            <pc:docMk/>
            <pc:sldMk cId="0" sldId="256"/>
            <ac:spMk id="7" creationId="{00000000-0000-0000-0000-000000000000}"/>
          </ac:spMkLst>
        </pc:spChg>
        <pc:spChg chg="add del mod">
          <ac:chgData name="Paul Kwaku Larbi Anderson" userId="68a08b9e66d5d016" providerId="LiveId" clId="{433DCE2B-3408-4240-AE51-36394CB63D66}" dt="2026-07-11T04:20:22.348" v="1804" actId="255"/>
          <ac:spMkLst>
            <pc:docMk/>
            <pc:sldMk cId="0" sldId="256"/>
            <ac:spMk id="8" creationId="{00000000-0000-0000-0000-000000000000}"/>
          </ac:spMkLst>
        </pc:spChg>
        <pc:spChg chg="del mod">
          <ac:chgData name="Paul Kwaku Larbi Anderson" userId="68a08b9e66d5d016" providerId="LiveId" clId="{433DCE2B-3408-4240-AE51-36394CB63D66}" dt="2026-07-10T17:54:42.433" v="920" actId="478"/>
          <ac:spMkLst>
            <pc:docMk/>
            <pc:sldMk cId="0" sldId="256"/>
            <ac:spMk id="9" creationId="{00000000-0000-0000-0000-000000000000}"/>
          </ac:spMkLst>
        </pc:spChg>
        <pc:spChg chg="add mod">
          <ac:chgData name="Paul Kwaku Larbi Anderson" userId="68a08b9e66d5d016" providerId="LiveId" clId="{433DCE2B-3408-4240-AE51-36394CB63D66}" dt="2026-07-11T04:19:14.260" v="1801" actId="1076"/>
          <ac:spMkLst>
            <pc:docMk/>
            <pc:sldMk cId="0" sldId="256"/>
            <ac:spMk id="10" creationId="{D15B4D52-0CEB-2AD0-108B-80CA51031BA2}"/>
          </ac:spMkLst>
        </pc:spChg>
        <pc:spChg chg="add mod">
          <ac:chgData name="Paul Kwaku Larbi Anderson" userId="68a08b9e66d5d016" providerId="LiveId" clId="{433DCE2B-3408-4240-AE51-36394CB63D66}" dt="2026-07-11T04:18:29.939" v="1795" actId="1076"/>
          <ac:spMkLst>
            <pc:docMk/>
            <pc:sldMk cId="0" sldId="256"/>
            <ac:spMk id="11" creationId="{FBE579D9-B930-C086-7348-3B57D2078FAA}"/>
          </ac:spMkLst>
        </pc:spChg>
      </pc:sldChg>
      <pc:sldChg chg="addSp delSp modSp mod addAnim delAnim modAnim">
        <pc:chgData name="Paul Kwaku Larbi Anderson" userId="68a08b9e66d5d016" providerId="LiveId" clId="{433DCE2B-3408-4240-AE51-36394CB63D66}" dt="2026-07-11T05:16:26.452" v="2596" actId="255"/>
        <pc:sldMkLst>
          <pc:docMk/>
          <pc:sldMk cId="0" sldId="257"/>
        </pc:sldMkLst>
        <pc:spChg chg="mod">
          <ac:chgData name="Paul Kwaku Larbi Anderson" userId="68a08b9e66d5d016" providerId="LiveId" clId="{433DCE2B-3408-4240-AE51-36394CB63D66}" dt="2026-07-11T04:22:13.257" v="1806" actId="207"/>
          <ac:spMkLst>
            <pc:docMk/>
            <pc:sldMk cId="0" sldId="257"/>
            <ac:spMk id="2" creationId="{00000000-0000-0000-0000-000000000000}"/>
          </ac:spMkLst>
        </pc:spChg>
        <pc:spChg chg="del">
          <ac:chgData name="Paul Kwaku Larbi Anderson" userId="68a08b9e66d5d016" providerId="LiveId" clId="{433DCE2B-3408-4240-AE51-36394CB63D66}" dt="2026-07-10T18:25:47.218" v="1446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0T14:09:14.672" v="93" actId="164"/>
          <ac:spMkLst>
            <pc:docMk/>
            <pc:sldMk cId="0" sldId="257"/>
            <ac:spMk id="4" creationId="{00000000-0000-0000-0000-000000000000}"/>
          </ac:spMkLst>
        </pc:spChg>
        <pc:spChg chg="mod topLvl">
          <ac:chgData name="Paul Kwaku Larbi Anderson" userId="68a08b9e66d5d016" providerId="LiveId" clId="{433DCE2B-3408-4240-AE51-36394CB63D66}" dt="2026-07-10T14:09:14.672" v="93" actId="164"/>
          <ac:spMkLst>
            <pc:docMk/>
            <pc:sldMk cId="0" sldId="257"/>
            <ac:spMk id="5" creationId="{00000000-0000-0000-0000-000000000000}"/>
          </ac:spMkLst>
        </pc:spChg>
        <pc:spChg chg="mod topLvl">
          <ac:chgData name="Paul Kwaku Larbi Anderson" userId="68a08b9e66d5d016" providerId="LiveId" clId="{433DCE2B-3408-4240-AE51-36394CB63D66}" dt="2026-07-11T04:22:37.097" v="1807" actId="255"/>
          <ac:spMkLst>
            <pc:docMk/>
            <pc:sldMk cId="0" sldId="257"/>
            <ac:spMk id="7" creationId="{00000000-0000-0000-0000-000000000000}"/>
          </ac:spMkLst>
        </pc:spChg>
        <pc:spChg chg="mod topLvl">
          <ac:chgData name="Paul Kwaku Larbi Anderson" userId="68a08b9e66d5d016" providerId="LiveId" clId="{433DCE2B-3408-4240-AE51-36394CB63D66}" dt="2026-07-11T04:22:54.853" v="1808" actId="255"/>
          <ac:spMkLst>
            <pc:docMk/>
            <pc:sldMk cId="0" sldId="257"/>
            <ac:spMk id="8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0T14:12:35.897" v="104" actId="165"/>
          <ac:spMkLst>
            <pc:docMk/>
            <pc:sldMk cId="0" sldId="257"/>
            <ac:spMk id="9" creationId="{00000000-0000-0000-0000-000000000000}"/>
          </ac:spMkLst>
        </pc:spChg>
        <pc:spChg chg="mod topLvl">
          <ac:chgData name="Paul Kwaku Larbi Anderson" userId="68a08b9e66d5d016" providerId="LiveId" clId="{433DCE2B-3408-4240-AE51-36394CB63D66}" dt="2026-07-10T14:12:35.897" v="104" actId="165"/>
          <ac:spMkLst>
            <pc:docMk/>
            <pc:sldMk cId="0" sldId="257"/>
            <ac:spMk id="10" creationId="{00000000-0000-0000-0000-000000000000}"/>
          </ac:spMkLst>
        </pc:spChg>
        <pc:spChg chg="mod topLvl">
          <ac:chgData name="Paul Kwaku Larbi Anderson" userId="68a08b9e66d5d016" providerId="LiveId" clId="{433DCE2B-3408-4240-AE51-36394CB63D66}" dt="2026-07-11T04:23:19.183" v="1809" actId="255"/>
          <ac:spMkLst>
            <pc:docMk/>
            <pc:sldMk cId="0" sldId="257"/>
            <ac:spMk id="12" creationId="{00000000-0000-0000-0000-000000000000}"/>
          </ac:spMkLst>
        </pc:spChg>
        <pc:spChg chg="mod topLvl">
          <ac:chgData name="Paul Kwaku Larbi Anderson" userId="68a08b9e66d5d016" providerId="LiveId" clId="{433DCE2B-3408-4240-AE51-36394CB63D66}" dt="2026-07-11T04:23:29.808" v="1810" actId="255"/>
          <ac:spMkLst>
            <pc:docMk/>
            <pc:sldMk cId="0" sldId="257"/>
            <ac:spMk id="13" creationId="{00000000-0000-0000-0000-000000000000}"/>
          </ac:spMkLst>
        </pc:spChg>
        <pc:spChg chg="mod topLvl">
          <ac:chgData name="Paul Kwaku Larbi Anderson" userId="68a08b9e66d5d016" providerId="LiveId" clId="{433DCE2B-3408-4240-AE51-36394CB63D66}" dt="2026-07-10T18:21:11.194" v="1410" actId="1076"/>
          <ac:spMkLst>
            <pc:docMk/>
            <pc:sldMk cId="0" sldId="257"/>
            <ac:spMk id="14" creationId="{00000000-0000-0000-0000-000000000000}"/>
          </ac:spMkLst>
        </pc:spChg>
        <pc:spChg chg="del mod topLvl">
          <ac:chgData name="Paul Kwaku Larbi Anderson" userId="68a08b9e66d5d016" providerId="LiveId" clId="{433DCE2B-3408-4240-AE51-36394CB63D66}" dt="2026-07-10T18:17:32.225" v="1363" actId="478"/>
          <ac:spMkLst>
            <pc:docMk/>
            <pc:sldMk cId="0" sldId="257"/>
            <ac:spMk id="15" creationId="{00000000-0000-0000-0000-000000000000}"/>
          </ac:spMkLst>
        </pc:spChg>
        <pc:spChg chg="mod topLvl">
          <ac:chgData name="Paul Kwaku Larbi Anderson" userId="68a08b9e66d5d016" providerId="LiveId" clId="{433DCE2B-3408-4240-AE51-36394CB63D66}" dt="2026-07-11T04:23:37.908" v="1811" actId="255"/>
          <ac:spMkLst>
            <pc:docMk/>
            <pc:sldMk cId="0" sldId="257"/>
            <ac:spMk id="17" creationId="{00000000-0000-0000-0000-000000000000}"/>
          </ac:spMkLst>
        </pc:spChg>
        <pc:spChg chg="mod topLvl">
          <ac:chgData name="Paul Kwaku Larbi Anderson" userId="68a08b9e66d5d016" providerId="LiveId" clId="{433DCE2B-3408-4240-AE51-36394CB63D66}" dt="2026-07-11T04:23:46.733" v="1812" actId="255"/>
          <ac:spMkLst>
            <pc:docMk/>
            <pc:sldMk cId="0" sldId="257"/>
            <ac:spMk id="18" creationId="{00000000-0000-0000-0000-000000000000}"/>
          </ac:spMkLst>
        </pc:spChg>
        <pc:spChg chg="add del mod topLvl">
          <ac:chgData name="Paul Kwaku Larbi Anderson" userId="68a08b9e66d5d016" providerId="LiveId" clId="{433DCE2B-3408-4240-AE51-36394CB63D66}" dt="2026-07-10T18:18:12.758" v="1386" actId="478"/>
          <ac:spMkLst>
            <pc:docMk/>
            <pc:sldMk cId="0" sldId="257"/>
            <ac:spMk id="19" creationId="{00000000-0000-0000-0000-000000000000}"/>
          </ac:spMkLst>
        </pc:spChg>
        <pc:spChg chg="mod topLvl">
          <ac:chgData name="Paul Kwaku Larbi Anderson" userId="68a08b9e66d5d016" providerId="LiveId" clId="{433DCE2B-3408-4240-AE51-36394CB63D66}" dt="2026-07-10T14:22:28.034" v="151" actId="164"/>
          <ac:spMkLst>
            <pc:docMk/>
            <pc:sldMk cId="0" sldId="257"/>
            <ac:spMk id="20" creationId="{00000000-0000-0000-0000-000000000000}"/>
          </ac:spMkLst>
        </pc:spChg>
        <pc:spChg chg="mod topLvl">
          <ac:chgData name="Paul Kwaku Larbi Anderson" userId="68a08b9e66d5d016" providerId="LiveId" clId="{433DCE2B-3408-4240-AE51-36394CB63D66}" dt="2026-07-10T14:22:28.034" v="151" actId="164"/>
          <ac:spMkLst>
            <pc:docMk/>
            <pc:sldMk cId="0" sldId="257"/>
            <ac:spMk id="22" creationId="{00000000-0000-0000-0000-000000000000}"/>
          </ac:spMkLst>
        </pc:spChg>
        <pc:spChg chg="mod topLvl">
          <ac:chgData name="Paul Kwaku Larbi Anderson" userId="68a08b9e66d5d016" providerId="LiveId" clId="{433DCE2B-3408-4240-AE51-36394CB63D66}" dt="2026-07-10T18:18:25.098" v="1388" actId="6549"/>
          <ac:spMkLst>
            <pc:docMk/>
            <pc:sldMk cId="0" sldId="257"/>
            <ac:spMk id="23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1T05:16:26.452" v="2596" actId="255"/>
          <ac:spMkLst>
            <pc:docMk/>
            <pc:sldMk cId="0" sldId="257"/>
            <ac:spMk id="24" creationId="{00000000-0000-0000-0000-000000000000}"/>
          </ac:spMkLst>
        </pc:spChg>
        <pc:spChg chg="add del mod">
          <ac:chgData name="Paul Kwaku Larbi Anderson" userId="68a08b9e66d5d016" providerId="LiveId" clId="{433DCE2B-3408-4240-AE51-36394CB63D66}" dt="2026-07-10T18:28:48.427" v="1453" actId="478"/>
          <ac:spMkLst>
            <pc:docMk/>
            <pc:sldMk cId="0" sldId="257"/>
            <ac:spMk id="30" creationId="{BA5C4B29-E8AD-B5FC-8782-646968E3499B}"/>
          </ac:spMkLst>
        </pc:spChg>
        <pc:grpChg chg="add mod">
          <ac:chgData name="Paul Kwaku Larbi Anderson" userId="68a08b9e66d5d016" providerId="LiveId" clId="{433DCE2B-3408-4240-AE51-36394CB63D66}" dt="2026-07-10T13:50:37.338" v="59" actId="164"/>
          <ac:grpSpMkLst>
            <pc:docMk/>
            <pc:sldMk cId="0" sldId="257"/>
            <ac:grpSpMk id="26" creationId="{AB1A1620-62C2-C94F-A3DD-BCCD2CA60F94}"/>
          </ac:grpSpMkLst>
        </pc:grpChg>
        <pc:grpChg chg="add mod">
          <ac:chgData name="Paul Kwaku Larbi Anderson" userId="68a08b9e66d5d016" providerId="LiveId" clId="{433DCE2B-3408-4240-AE51-36394CB63D66}" dt="2026-07-10T13:51:49.829" v="66" actId="164"/>
          <ac:grpSpMkLst>
            <pc:docMk/>
            <pc:sldMk cId="0" sldId="257"/>
            <ac:grpSpMk id="27" creationId="{D7CC27A5-A074-D43F-8114-FF691ED1877C}"/>
          </ac:grpSpMkLst>
        </pc:grpChg>
        <pc:grpChg chg="add mod">
          <ac:chgData name="Paul Kwaku Larbi Anderson" userId="68a08b9e66d5d016" providerId="LiveId" clId="{433DCE2B-3408-4240-AE51-36394CB63D66}" dt="2026-07-10T13:51:49.797" v="65" actId="164"/>
          <ac:grpSpMkLst>
            <pc:docMk/>
            <pc:sldMk cId="0" sldId="257"/>
            <ac:grpSpMk id="28" creationId="{2A72D2F5-445A-F736-B79C-84D15F53081B}"/>
          </ac:grpSpMkLst>
        </pc:grpChg>
        <pc:grpChg chg="add mod">
          <ac:chgData name="Paul Kwaku Larbi Anderson" userId="68a08b9e66d5d016" providerId="LiveId" clId="{433DCE2B-3408-4240-AE51-36394CB63D66}" dt="2026-07-10T18:21:20.137" v="1414" actId="1076"/>
          <ac:grpSpMkLst>
            <pc:docMk/>
            <pc:sldMk cId="0" sldId="257"/>
            <ac:grpSpMk id="28" creationId="{94D1E1E8-187F-12BB-26B7-1C6BBF416A50}"/>
          </ac:grpSpMkLst>
        </pc:grpChg>
        <pc:grpChg chg="add del mod">
          <ac:chgData name="Paul Kwaku Larbi Anderson" userId="68a08b9e66d5d016" providerId="LiveId" clId="{433DCE2B-3408-4240-AE51-36394CB63D66}" dt="2026-07-10T14:09:48.492" v="94" actId="165"/>
          <ac:grpSpMkLst>
            <pc:docMk/>
            <pc:sldMk cId="0" sldId="257"/>
            <ac:grpSpMk id="29" creationId="{6C1C0D93-A5A5-4A0F-F767-896832F4A381}"/>
          </ac:grpSpMkLst>
        </pc:grpChg>
        <pc:grpChg chg="add del mod">
          <ac:chgData name="Paul Kwaku Larbi Anderson" userId="68a08b9e66d5d016" providerId="LiveId" clId="{433DCE2B-3408-4240-AE51-36394CB63D66}" dt="2026-07-10T14:10:10.881" v="96" actId="165"/>
          <ac:grpSpMkLst>
            <pc:docMk/>
            <pc:sldMk cId="0" sldId="257"/>
            <ac:grpSpMk id="30" creationId="{0D22E231-EDE8-EBA7-1EAE-D4866DACB729}"/>
          </ac:grpSpMkLst>
        </pc:grpChg>
        <pc:grpChg chg="add del mod">
          <ac:chgData name="Paul Kwaku Larbi Anderson" userId="68a08b9e66d5d016" providerId="LiveId" clId="{433DCE2B-3408-4240-AE51-36394CB63D66}" dt="2026-07-10T14:11:03.228" v="98" actId="165"/>
          <ac:grpSpMkLst>
            <pc:docMk/>
            <pc:sldMk cId="0" sldId="257"/>
            <ac:grpSpMk id="31" creationId="{FEA6D801-216A-26FA-30DD-EE414D32F60A}"/>
          </ac:grpSpMkLst>
        </pc:grpChg>
        <pc:grpChg chg="add del mod">
          <ac:chgData name="Paul Kwaku Larbi Anderson" userId="68a08b9e66d5d016" providerId="LiveId" clId="{433DCE2B-3408-4240-AE51-36394CB63D66}" dt="2026-07-10T14:09:09.118" v="92" actId="165"/>
          <ac:grpSpMkLst>
            <pc:docMk/>
            <pc:sldMk cId="0" sldId="257"/>
            <ac:grpSpMk id="32" creationId="{623BC768-AAEA-CDC6-1396-E55554958C3C}"/>
          </ac:grpSpMkLst>
        </pc:grpChg>
        <pc:grpChg chg="add mod">
          <ac:chgData name="Paul Kwaku Larbi Anderson" userId="68a08b9e66d5d016" providerId="LiveId" clId="{433DCE2B-3408-4240-AE51-36394CB63D66}" dt="2026-07-10T14:09:14.672" v="93" actId="164"/>
          <ac:grpSpMkLst>
            <pc:docMk/>
            <pc:sldMk cId="0" sldId="257"/>
            <ac:grpSpMk id="33" creationId="{62858872-F1A4-8A48-E756-253F78F0EA68}"/>
          </ac:grpSpMkLst>
        </pc:grpChg>
        <pc:grpChg chg="add mod topLvl">
          <ac:chgData name="Paul Kwaku Larbi Anderson" userId="68a08b9e66d5d016" providerId="LiveId" clId="{433DCE2B-3408-4240-AE51-36394CB63D66}" dt="2026-07-10T18:21:23.088" v="1415" actId="1076"/>
          <ac:grpSpMkLst>
            <pc:docMk/>
            <pc:sldMk cId="0" sldId="257"/>
            <ac:grpSpMk id="34" creationId="{3EE8F858-18AE-53E3-B57A-4346A329DEED}"/>
          </ac:grpSpMkLst>
        </pc:grpChg>
        <pc:grpChg chg="add del mod">
          <ac:chgData name="Paul Kwaku Larbi Anderson" userId="68a08b9e66d5d016" providerId="LiveId" clId="{433DCE2B-3408-4240-AE51-36394CB63D66}" dt="2026-07-10T18:20:42.940" v="1406" actId="165"/>
          <ac:grpSpMkLst>
            <pc:docMk/>
            <pc:sldMk cId="0" sldId="257"/>
            <ac:grpSpMk id="35" creationId="{218CED82-CAF2-DC82-A3E4-3CA02A63CFDF}"/>
          </ac:grpSpMkLst>
        </pc:grpChg>
        <pc:grpChg chg="add del mod">
          <ac:chgData name="Paul Kwaku Larbi Anderson" userId="68a08b9e66d5d016" providerId="LiveId" clId="{433DCE2B-3408-4240-AE51-36394CB63D66}" dt="2026-07-10T14:11:44.330" v="100" actId="165"/>
          <ac:grpSpMkLst>
            <pc:docMk/>
            <pc:sldMk cId="0" sldId="257"/>
            <ac:grpSpMk id="36" creationId="{4B3C6F05-0B4C-F2D3-2963-064C9D69BE43}"/>
          </ac:grpSpMkLst>
        </pc:grpChg>
        <pc:grpChg chg="add mod">
          <ac:chgData name="Paul Kwaku Larbi Anderson" userId="68a08b9e66d5d016" providerId="LiveId" clId="{433DCE2B-3408-4240-AE51-36394CB63D66}" dt="2026-07-10T14:11:48.410" v="101" actId="164"/>
          <ac:grpSpMkLst>
            <pc:docMk/>
            <pc:sldMk cId="0" sldId="257"/>
            <ac:grpSpMk id="37" creationId="{51C12548-4C04-C451-FEAF-7DD41014FD86}"/>
          </ac:grpSpMkLst>
        </pc:grpChg>
        <pc:grpChg chg="add del mod">
          <ac:chgData name="Paul Kwaku Larbi Anderson" userId="68a08b9e66d5d016" providerId="LiveId" clId="{433DCE2B-3408-4240-AE51-36394CB63D66}" dt="2026-07-10T14:12:35.897" v="104" actId="165"/>
          <ac:grpSpMkLst>
            <pc:docMk/>
            <pc:sldMk cId="0" sldId="257"/>
            <ac:grpSpMk id="38" creationId="{50FF1A25-1284-CA49-19E6-2FBDBC757255}"/>
          </ac:grpSpMkLst>
        </pc:grpChg>
        <pc:grpChg chg="add del mod">
          <ac:chgData name="Paul Kwaku Larbi Anderson" userId="68a08b9e66d5d016" providerId="LiveId" clId="{433DCE2B-3408-4240-AE51-36394CB63D66}" dt="2026-07-10T14:13:27.327" v="108" actId="165"/>
          <ac:grpSpMkLst>
            <pc:docMk/>
            <pc:sldMk cId="0" sldId="257"/>
            <ac:grpSpMk id="39" creationId="{29D1156E-6E9B-6D8A-92EE-6781F89050BB}"/>
          </ac:grpSpMkLst>
        </pc:grpChg>
        <pc:grpChg chg="add del mod">
          <ac:chgData name="Paul Kwaku Larbi Anderson" userId="68a08b9e66d5d016" providerId="LiveId" clId="{433DCE2B-3408-4240-AE51-36394CB63D66}" dt="2026-07-10T14:13:50.363" v="111" actId="165"/>
          <ac:grpSpMkLst>
            <pc:docMk/>
            <pc:sldMk cId="0" sldId="257"/>
            <ac:grpSpMk id="40" creationId="{412D33DC-33FE-BA4A-62AE-1AA7AAE397DB}"/>
          </ac:grpSpMkLst>
        </pc:grpChg>
        <pc:grpChg chg="add del mod">
          <ac:chgData name="Paul Kwaku Larbi Anderson" userId="68a08b9e66d5d016" providerId="LiveId" clId="{433DCE2B-3408-4240-AE51-36394CB63D66}" dt="2026-07-10T14:14:28.564" v="113" actId="165"/>
          <ac:grpSpMkLst>
            <pc:docMk/>
            <pc:sldMk cId="0" sldId="257"/>
            <ac:grpSpMk id="41" creationId="{43B1FE05-0851-A31E-89EB-6E313FD2432D}"/>
          </ac:grpSpMkLst>
        </pc:grpChg>
        <pc:grpChg chg="add del mod">
          <ac:chgData name="Paul Kwaku Larbi Anderson" userId="68a08b9e66d5d016" providerId="LiveId" clId="{433DCE2B-3408-4240-AE51-36394CB63D66}" dt="2026-07-10T14:15:07.543" v="115" actId="165"/>
          <ac:grpSpMkLst>
            <pc:docMk/>
            <pc:sldMk cId="0" sldId="257"/>
            <ac:grpSpMk id="42" creationId="{8591EF07-6256-0F75-CC6F-CD7410F241FC}"/>
          </ac:grpSpMkLst>
        </pc:grpChg>
        <pc:grpChg chg="add del mod">
          <ac:chgData name="Paul Kwaku Larbi Anderson" userId="68a08b9e66d5d016" providerId="LiveId" clId="{433DCE2B-3408-4240-AE51-36394CB63D66}" dt="2026-07-10T14:15:29.490" v="117" actId="165"/>
          <ac:grpSpMkLst>
            <pc:docMk/>
            <pc:sldMk cId="0" sldId="257"/>
            <ac:grpSpMk id="43" creationId="{5A627474-B541-656B-4F25-8712E9BF5254}"/>
          </ac:grpSpMkLst>
        </pc:grpChg>
        <pc:grpChg chg="add del mod">
          <ac:chgData name="Paul Kwaku Larbi Anderson" userId="68a08b9e66d5d016" providerId="LiveId" clId="{433DCE2B-3408-4240-AE51-36394CB63D66}" dt="2026-07-10T14:17:11.041" v="127" actId="165"/>
          <ac:grpSpMkLst>
            <pc:docMk/>
            <pc:sldMk cId="0" sldId="257"/>
            <ac:grpSpMk id="44" creationId="{A7494D35-EEC7-86B4-B805-1336AE3555DF}"/>
          </ac:grpSpMkLst>
        </pc:grpChg>
        <pc:grpChg chg="add del mod">
          <ac:chgData name="Paul Kwaku Larbi Anderson" userId="68a08b9e66d5d016" providerId="LiveId" clId="{433DCE2B-3408-4240-AE51-36394CB63D66}" dt="2026-07-10T14:18:43.110" v="129" actId="165"/>
          <ac:grpSpMkLst>
            <pc:docMk/>
            <pc:sldMk cId="0" sldId="257"/>
            <ac:grpSpMk id="45" creationId="{89585AB9-D56E-B023-BE7D-1393909F609A}"/>
          </ac:grpSpMkLst>
        </pc:grpChg>
        <pc:grpChg chg="add del mod">
          <ac:chgData name="Paul Kwaku Larbi Anderson" userId="68a08b9e66d5d016" providerId="LiveId" clId="{433DCE2B-3408-4240-AE51-36394CB63D66}" dt="2026-07-10T14:20:03.373" v="137" actId="165"/>
          <ac:grpSpMkLst>
            <pc:docMk/>
            <pc:sldMk cId="0" sldId="257"/>
            <ac:grpSpMk id="46" creationId="{9B510AC1-E372-812B-B1D0-F3C3A7EB76E7}"/>
          </ac:grpSpMkLst>
        </pc:grpChg>
        <pc:grpChg chg="add del mod">
          <ac:chgData name="Paul Kwaku Larbi Anderson" userId="68a08b9e66d5d016" providerId="LiveId" clId="{433DCE2B-3408-4240-AE51-36394CB63D66}" dt="2026-07-10T14:21:30.806" v="145" actId="165"/>
          <ac:grpSpMkLst>
            <pc:docMk/>
            <pc:sldMk cId="0" sldId="257"/>
            <ac:grpSpMk id="47" creationId="{3D1EA2EA-54AE-4015-4079-059AEB776F0C}"/>
          </ac:grpSpMkLst>
        </pc:grpChg>
        <pc:grpChg chg="add del mod">
          <ac:chgData name="Paul Kwaku Larbi Anderson" userId="68a08b9e66d5d016" providerId="LiveId" clId="{433DCE2B-3408-4240-AE51-36394CB63D66}" dt="2026-07-10T14:22:12.172" v="150" actId="164"/>
          <ac:grpSpMkLst>
            <pc:docMk/>
            <pc:sldMk cId="0" sldId="257"/>
            <ac:grpSpMk id="48" creationId="{BF66B8DC-65BC-EBCF-213D-39445A0638F2}"/>
          </ac:grpSpMkLst>
        </pc:grpChg>
        <pc:grpChg chg="add del mod">
          <ac:chgData name="Paul Kwaku Larbi Anderson" userId="68a08b9e66d5d016" providerId="LiveId" clId="{433DCE2B-3408-4240-AE51-36394CB63D66}" dt="2026-07-10T18:21:14.991" v="1413" actId="478"/>
          <ac:grpSpMkLst>
            <pc:docMk/>
            <pc:sldMk cId="0" sldId="257"/>
            <ac:grpSpMk id="49" creationId="{44BAA0D0-709F-4332-C7CD-C1E6F292EAA2}"/>
          </ac:grpSpMkLst>
        </pc:grpChg>
        <pc:picChg chg="mod topLvl">
          <ac:chgData name="Paul Kwaku Larbi Anderson" userId="68a08b9e66d5d016" providerId="LiveId" clId="{433DCE2B-3408-4240-AE51-36394CB63D66}" dt="2026-07-10T14:09:14.672" v="93" actId="164"/>
          <ac:picMkLst>
            <pc:docMk/>
            <pc:sldMk cId="0" sldId="257"/>
            <ac:picMk id="6" creationId="{00000000-0000-0000-0000-000000000000}"/>
          </ac:picMkLst>
        </pc:picChg>
        <pc:picChg chg="mod topLvl">
          <ac:chgData name="Paul Kwaku Larbi Anderson" userId="68a08b9e66d5d016" providerId="LiveId" clId="{433DCE2B-3408-4240-AE51-36394CB63D66}" dt="2026-07-10T14:12:35.897" v="104" actId="165"/>
          <ac:picMkLst>
            <pc:docMk/>
            <pc:sldMk cId="0" sldId="257"/>
            <ac:picMk id="11" creationId="{00000000-0000-0000-0000-000000000000}"/>
          </ac:picMkLst>
        </pc:picChg>
        <pc:picChg chg="del mod topLvl">
          <ac:chgData name="Paul Kwaku Larbi Anderson" userId="68a08b9e66d5d016" providerId="LiveId" clId="{433DCE2B-3408-4240-AE51-36394CB63D66}" dt="2026-07-10T18:17:27.195" v="1362" actId="478"/>
          <ac:picMkLst>
            <pc:docMk/>
            <pc:sldMk cId="0" sldId="257"/>
            <ac:picMk id="16" creationId="{00000000-0000-0000-0000-000000000000}"/>
          </ac:picMkLst>
        </pc:picChg>
        <pc:picChg chg="mod topLvl">
          <ac:chgData name="Paul Kwaku Larbi Anderson" userId="68a08b9e66d5d016" providerId="LiveId" clId="{433DCE2B-3408-4240-AE51-36394CB63D66}" dt="2026-07-10T18:19:47.563" v="1398" actId="1076"/>
          <ac:picMkLst>
            <pc:docMk/>
            <pc:sldMk cId="0" sldId="257"/>
            <ac:picMk id="21" creationId="{00000000-0000-0000-0000-000000000000}"/>
          </ac:picMkLst>
        </pc:picChg>
        <pc:picChg chg="add mod">
          <ac:chgData name="Paul Kwaku Larbi Anderson" userId="68a08b9e66d5d016" providerId="LiveId" clId="{433DCE2B-3408-4240-AE51-36394CB63D66}" dt="2026-07-10T18:20:57.619" v="1407" actId="164"/>
          <ac:picMkLst>
            <pc:docMk/>
            <pc:sldMk cId="0" sldId="257"/>
            <ac:picMk id="27" creationId="{6C50C8FA-CD85-A55E-7D5F-66A68D4CC5E7}"/>
          </ac:picMkLst>
        </pc:picChg>
      </pc:sldChg>
      <pc:sldChg chg="addSp delSp modSp mod ord addAnim delAnim modAnim">
        <pc:chgData name="Paul Kwaku Larbi Anderson" userId="68a08b9e66d5d016" providerId="LiveId" clId="{433DCE2B-3408-4240-AE51-36394CB63D66}" dt="2026-07-11T05:19:47.083" v="2613" actId="1076"/>
        <pc:sldMkLst>
          <pc:docMk/>
          <pc:sldMk cId="0" sldId="258"/>
        </pc:sldMkLst>
        <pc:spChg chg="mod">
          <ac:chgData name="Paul Kwaku Larbi Anderson" userId="68a08b9e66d5d016" providerId="LiveId" clId="{433DCE2B-3408-4240-AE51-36394CB63D66}" dt="2026-07-11T05:19:47.083" v="2613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1T04:33:56.190" v="2013" actId="1076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Paul Kwaku Larbi Anderson" userId="68a08b9e66d5d016" providerId="LiveId" clId="{433DCE2B-3408-4240-AE51-36394CB63D66}" dt="2026-07-11T04:33:00.019" v="2005" actId="478"/>
          <ac:spMkLst>
            <pc:docMk/>
            <pc:sldMk cId="0" sldId="258"/>
            <ac:spMk id="4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1T04:34:00.645" v="2015" actId="14100"/>
          <ac:spMkLst>
            <pc:docMk/>
            <pc:sldMk cId="0" sldId="258"/>
            <ac:spMk id="6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1T04:34:52.627" v="2021" actId="255"/>
          <ac:spMkLst>
            <pc:docMk/>
            <pc:sldMk cId="0" sldId="258"/>
            <ac:spMk id="7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1T04:37:05.801" v="2040" actId="1076"/>
          <ac:spMkLst>
            <pc:docMk/>
            <pc:sldMk cId="0" sldId="258"/>
            <ac:spMk id="8" creationId="{00000000-0000-0000-0000-000000000000}"/>
          </ac:spMkLst>
        </pc:spChg>
        <pc:spChg chg="del mod topLvl">
          <ac:chgData name="Paul Kwaku Larbi Anderson" userId="68a08b9e66d5d016" providerId="LiveId" clId="{433DCE2B-3408-4240-AE51-36394CB63D66}" dt="2026-07-11T04:35:24.688" v="2025" actId="478"/>
          <ac:spMkLst>
            <pc:docMk/>
            <pc:sldMk cId="0" sldId="258"/>
            <ac:spMk id="9" creationId="{00000000-0000-0000-0000-000000000000}"/>
          </ac:spMkLst>
        </pc:spChg>
        <pc:spChg chg="mod topLvl">
          <ac:chgData name="Paul Kwaku Larbi Anderson" userId="68a08b9e66d5d016" providerId="LiveId" clId="{433DCE2B-3408-4240-AE51-36394CB63D66}" dt="2026-07-11T04:37:10.405" v="2041" actId="1076"/>
          <ac:spMkLst>
            <pc:docMk/>
            <pc:sldMk cId="0" sldId="258"/>
            <ac:spMk id="11" creationId="{00000000-0000-0000-0000-000000000000}"/>
          </ac:spMkLst>
        </pc:spChg>
        <pc:spChg chg="mod topLvl">
          <ac:chgData name="Paul Kwaku Larbi Anderson" userId="68a08b9e66d5d016" providerId="LiveId" clId="{433DCE2B-3408-4240-AE51-36394CB63D66}" dt="2026-07-11T04:36:32.941" v="2034" actId="255"/>
          <ac:spMkLst>
            <pc:docMk/>
            <pc:sldMk cId="0" sldId="258"/>
            <ac:spMk id="12" creationId="{00000000-0000-0000-0000-000000000000}"/>
          </ac:spMkLst>
        </pc:spChg>
        <pc:spChg chg="mod topLvl">
          <ac:chgData name="Paul Kwaku Larbi Anderson" userId="68a08b9e66d5d016" providerId="LiveId" clId="{433DCE2B-3408-4240-AE51-36394CB63D66}" dt="2026-07-10T18:36:17.291" v="1592" actId="1076"/>
          <ac:spMkLst>
            <pc:docMk/>
            <pc:sldMk cId="0" sldId="258"/>
            <ac:spMk id="13" creationId="{00000000-0000-0000-0000-000000000000}"/>
          </ac:spMkLst>
        </pc:spChg>
        <pc:spChg chg="del mod topLvl">
          <ac:chgData name="Paul Kwaku Larbi Anderson" userId="68a08b9e66d5d016" providerId="LiveId" clId="{433DCE2B-3408-4240-AE51-36394CB63D66}" dt="2026-07-11T04:37:35.277" v="2045" actId="478"/>
          <ac:spMkLst>
            <pc:docMk/>
            <pc:sldMk cId="0" sldId="258"/>
            <ac:spMk id="14" creationId="{00000000-0000-0000-0000-000000000000}"/>
          </ac:spMkLst>
        </pc:spChg>
        <pc:spChg chg="mod topLvl">
          <ac:chgData name="Paul Kwaku Larbi Anderson" userId="68a08b9e66d5d016" providerId="LiveId" clId="{433DCE2B-3408-4240-AE51-36394CB63D66}" dt="2026-07-11T04:37:52.061" v="2047" actId="255"/>
          <ac:spMkLst>
            <pc:docMk/>
            <pc:sldMk cId="0" sldId="258"/>
            <ac:spMk id="16" creationId="{00000000-0000-0000-0000-000000000000}"/>
          </ac:spMkLst>
        </pc:spChg>
        <pc:spChg chg="mod topLvl">
          <ac:chgData name="Paul Kwaku Larbi Anderson" userId="68a08b9e66d5d016" providerId="LiveId" clId="{433DCE2B-3408-4240-AE51-36394CB63D66}" dt="2026-07-11T04:41:18.262" v="2064" actId="14100"/>
          <ac:spMkLst>
            <pc:docMk/>
            <pc:sldMk cId="0" sldId="258"/>
            <ac:spMk id="17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1T04:38:45.031" v="2052" actId="207"/>
          <ac:spMkLst>
            <pc:docMk/>
            <pc:sldMk cId="0" sldId="258"/>
            <ac:spMk id="18" creationId="{00000000-0000-0000-0000-000000000000}"/>
          </ac:spMkLst>
        </pc:spChg>
        <pc:spChg chg="mod topLvl">
          <ac:chgData name="Paul Kwaku Larbi Anderson" userId="68a08b9e66d5d016" providerId="LiveId" clId="{433DCE2B-3408-4240-AE51-36394CB63D66}" dt="2026-07-11T04:38:50.074" v="2053" actId="207"/>
          <ac:spMkLst>
            <pc:docMk/>
            <pc:sldMk cId="0" sldId="258"/>
            <ac:spMk id="19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1T04:39:07.852" v="2055" actId="255"/>
          <ac:spMkLst>
            <pc:docMk/>
            <pc:sldMk cId="0" sldId="258"/>
            <ac:spMk id="20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1T04:39:19.365" v="2057" actId="107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0T14:04:09.381" v="79" actId="164"/>
          <ac:spMkLst>
            <pc:docMk/>
            <pc:sldMk cId="0" sldId="258"/>
            <ac:spMk id="22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1T04:39:52.429" v="2062" actId="20577"/>
          <ac:spMkLst>
            <pc:docMk/>
            <pc:sldMk cId="0" sldId="258"/>
            <ac:spMk id="23" creationId="{00000000-0000-0000-0000-000000000000}"/>
          </ac:spMkLst>
        </pc:spChg>
        <pc:spChg chg="del mod">
          <ac:chgData name="Paul Kwaku Larbi Anderson" userId="68a08b9e66d5d016" providerId="LiveId" clId="{433DCE2B-3408-4240-AE51-36394CB63D66}" dt="2026-07-11T04:29:45.633" v="1982" actId="478"/>
          <ac:spMkLst>
            <pc:docMk/>
            <pc:sldMk cId="0" sldId="258"/>
            <ac:spMk id="24" creationId="{00000000-0000-0000-0000-000000000000}"/>
          </ac:spMkLst>
        </pc:spChg>
        <pc:spChg chg="add mod">
          <ac:chgData name="Paul Kwaku Larbi Anderson" userId="68a08b9e66d5d016" providerId="LiveId" clId="{433DCE2B-3408-4240-AE51-36394CB63D66}" dt="2026-07-11T04:30:04.604" v="1985" actId="255"/>
          <ac:spMkLst>
            <pc:docMk/>
            <pc:sldMk cId="0" sldId="258"/>
            <ac:spMk id="28" creationId="{F94AC173-6109-1098-7388-1BA822FE34C0}"/>
          </ac:spMkLst>
        </pc:spChg>
        <pc:spChg chg="add mod">
          <ac:chgData name="Paul Kwaku Larbi Anderson" userId="68a08b9e66d5d016" providerId="LiveId" clId="{433DCE2B-3408-4240-AE51-36394CB63D66}" dt="2026-07-11T05:16:39.839" v="2597" actId="255"/>
          <ac:spMkLst>
            <pc:docMk/>
            <pc:sldMk cId="0" sldId="258"/>
            <ac:spMk id="31" creationId="{A866C885-EBF1-2199-E7F2-9D8F7D01DE6A}"/>
          </ac:spMkLst>
        </pc:spChg>
        <pc:grpChg chg="add mod">
          <ac:chgData name="Paul Kwaku Larbi Anderson" userId="68a08b9e66d5d016" providerId="LiveId" clId="{433DCE2B-3408-4240-AE51-36394CB63D66}" dt="2026-07-11T04:35:07.985" v="2023" actId="14100"/>
          <ac:grpSpMkLst>
            <pc:docMk/>
            <pc:sldMk cId="0" sldId="258"/>
            <ac:grpSpMk id="26" creationId="{FA4627B3-67CB-61DE-E9AA-05002482E145}"/>
          </ac:grpSpMkLst>
        </pc:grpChg>
        <pc:grpChg chg="add del mod">
          <ac:chgData name="Paul Kwaku Larbi Anderson" userId="68a08b9e66d5d016" providerId="LiveId" clId="{433DCE2B-3408-4240-AE51-36394CB63D66}" dt="2026-07-10T14:05:46.468" v="82" actId="165"/>
          <ac:grpSpMkLst>
            <pc:docMk/>
            <pc:sldMk cId="0" sldId="258"/>
            <ac:grpSpMk id="27" creationId="{A62D7408-176F-37B8-1EF1-3901FC0CBD03}"/>
          </ac:grpSpMkLst>
        </pc:grpChg>
        <pc:grpChg chg="add del mod">
          <ac:chgData name="Paul Kwaku Larbi Anderson" userId="68a08b9e66d5d016" providerId="LiveId" clId="{433DCE2B-3408-4240-AE51-36394CB63D66}" dt="2026-07-10T14:06:03.853" v="84" actId="165"/>
          <ac:grpSpMkLst>
            <pc:docMk/>
            <pc:sldMk cId="0" sldId="258"/>
            <ac:grpSpMk id="28" creationId="{57E40FAF-F535-9F92-F2B6-87D738BBFF64}"/>
          </ac:grpSpMkLst>
        </pc:grpChg>
        <pc:grpChg chg="add mod">
          <ac:chgData name="Paul Kwaku Larbi Anderson" userId="68a08b9e66d5d016" providerId="LiveId" clId="{433DCE2B-3408-4240-AE51-36394CB63D66}" dt="2026-07-11T04:39:24.255" v="2058" actId="1076"/>
          <ac:grpSpMkLst>
            <pc:docMk/>
            <pc:sldMk cId="0" sldId="258"/>
            <ac:grpSpMk id="29" creationId="{C85EFCBD-AE96-B3B4-AE49-5F89714E4FF5}"/>
          </ac:grpSpMkLst>
        </pc:grpChg>
        <pc:grpChg chg="add mod">
          <ac:chgData name="Paul Kwaku Larbi Anderson" userId="68a08b9e66d5d016" providerId="LiveId" clId="{433DCE2B-3408-4240-AE51-36394CB63D66}" dt="2026-07-11T04:36:39.671" v="2035" actId="14100"/>
          <ac:grpSpMkLst>
            <pc:docMk/>
            <pc:sldMk cId="0" sldId="258"/>
            <ac:grpSpMk id="30" creationId="{AD82781B-99A3-B6B0-4891-A30ED646DECB}"/>
          </ac:grpSpMkLst>
        </pc:grpChg>
        <pc:grpChg chg="add del mod">
          <ac:chgData name="Paul Kwaku Larbi Anderson" userId="68a08b9e66d5d016" providerId="LiveId" clId="{433DCE2B-3408-4240-AE51-36394CB63D66}" dt="2026-07-10T14:07:40.235" v="88" actId="165"/>
          <ac:grpSpMkLst>
            <pc:docMk/>
            <pc:sldMk cId="0" sldId="258"/>
            <ac:grpSpMk id="31" creationId="{7DE84353-B7BE-DAF5-F3FD-477C33265A40}"/>
          </ac:grpSpMkLst>
        </pc:grpChg>
        <pc:grpChg chg="add del mod">
          <ac:chgData name="Paul Kwaku Larbi Anderson" userId="68a08b9e66d5d016" providerId="LiveId" clId="{433DCE2B-3408-4240-AE51-36394CB63D66}" dt="2026-07-10T18:22:37.293" v="1423" actId="165"/>
          <ac:grpSpMkLst>
            <pc:docMk/>
            <pc:sldMk cId="0" sldId="258"/>
            <ac:grpSpMk id="31" creationId="{A5F6DBC1-2091-DB3D-61B9-F61C24941305}"/>
          </ac:grpSpMkLst>
        </pc:grpChg>
        <pc:grpChg chg="add del mod">
          <ac:chgData name="Paul Kwaku Larbi Anderson" userId="68a08b9e66d5d016" providerId="LiveId" clId="{433DCE2B-3408-4240-AE51-36394CB63D66}" dt="2026-07-10T16:55:11.487" v="475" actId="165"/>
          <ac:grpSpMkLst>
            <pc:docMk/>
            <pc:sldMk cId="0" sldId="258"/>
            <ac:grpSpMk id="32" creationId="{4B02AA93-6E56-5884-97DE-C21BF5648A77}"/>
          </ac:grpSpMkLst>
        </pc:grpChg>
        <pc:grpChg chg="add mod">
          <ac:chgData name="Paul Kwaku Larbi Anderson" userId="68a08b9e66d5d016" providerId="LiveId" clId="{433DCE2B-3408-4240-AE51-36394CB63D66}" dt="2026-07-11T04:38:59.774" v="2054" actId="1076"/>
          <ac:grpSpMkLst>
            <pc:docMk/>
            <pc:sldMk cId="0" sldId="258"/>
            <ac:grpSpMk id="33" creationId="{0FEDA405-4403-D666-E888-E2CA4850D6A9}"/>
          </ac:grpSpMkLst>
        </pc:grpChg>
        <pc:grpChg chg="add mod">
          <ac:chgData name="Paul Kwaku Larbi Anderson" userId="68a08b9e66d5d016" providerId="LiveId" clId="{433DCE2B-3408-4240-AE51-36394CB63D66}" dt="2026-07-11T04:41:10.453" v="2063" actId="14100"/>
          <ac:grpSpMkLst>
            <pc:docMk/>
            <pc:sldMk cId="0" sldId="258"/>
            <ac:grpSpMk id="38" creationId="{62D60DA7-6270-E53F-9BD7-84F4322937FA}"/>
          </ac:grpSpMkLst>
        </pc:grpChg>
        <pc:picChg chg="mod">
          <ac:chgData name="Paul Kwaku Larbi Anderson" userId="68a08b9e66d5d016" providerId="LiveId" clId="{433DCE2B-3408-4240-AE51-36394CB63D66}" dt="2026-07-11T04:34:32.099" v="2018" actId="14100"/>
          <ac:picMkLst>
            <pc:docMk/>
            <pc:sldMk cId="0" sldId="258"/>
            <ac:picMk id="5" creationId="{00000000-0000-0000-0000-000000000000}"/>
          </ac:picMkLst>
        </pc:picChg>
        <pc:picChg chg="mod topLvl">
          <ac:chgData name="Paul Kwaku Larbi Anderson" userId="68a08b9e66d5d016" providerId="LiveId" clId="{433DCE2B-3408-4240-AE51-36394CB63D66}" dt="2026-07-11T04:37:17.255" v="2042" actId="14100"/>
          <ac:picMkLst>
            <pc:docMk/>
            <pc:sldMk cId="0" sldId="258"/>
            <ac:picMk id="10" creationId="{00000000-0000-0000-0000-000000000000}"/>
          </ac:picMkLst>
        </pc:picChg>
        <pc:picChg chg="mod ord">
          <ac:chgData name="Paul Kwaku Larbi Anderson" userId="68a08b9e66d5d016" providerId="LiveId" clId="{433DCE2B-3408-4240-AE51-36394CB63D66}" dt="2026-07-11T04:37:31.942" v="2044" actId="14100"/>
          <ac:picMkLst>
            <pc:docMk/>
            <pc:sldMk cId="0" sldId="258"/>
            <ac:picMk id="15" creationId="{00000000-0000-0000-0000-000000000000}"/>
          </ac:picMkLst>
        </pc:picChg>
        <pc:picChg chg="add del">
          <ac:chgData name="Paul Kwaku Larbi Anderson" userId="68a08b9e66d5d016" providerId="LiveId" clId="{433DCE2B-3408-4240-AE51-36394CB63D66}" dt="2026-07-10T18:22:28.751" v="1422" actId="22"/>
          <ac:picMkLst>
            <pc:docMk/>
            <pc:sldMk cId="0" sldId="258"/>
            <ac:picMk id="35" creationId="{346A07F5-2586-763A-1861-0FB51B4AF6FD}"/>
          </ac:picMkLst>
        </pc:picChg>
        <pc:picChg chg="add del">
          <ac:chgData name="Paul Kwaku Larbi Anderson" userId="68a08b9e66d5d016" providerId="LiveId" clId="{433DCE2B-3408-4240-AE51-36394CB63D66}" dt="2026-07-10T18:22:50.330" v="1426" actId="22"/>
          <ac:picMkLst>
            <pc:docMk/>
            <pc:sldMk cId="0" sldId="258"/>
            <ac:picMk id="37" creationId="{6770B3D3-B741-8773-5CF8-1D29C74CF2D2}"/>
          </ac:picMkLst>
        </pc:picChg>
      </pc:sldChg>
      <pc:sldChg chg="modSp del mod ord modShow">
        <pc:chgData name="Paul Kwaku Larbi Anderson" userId="68a08b9e66d5d016" providerId="LiveId" clId="{433DCE2B-3408-4240-AE51-36394CB63D66}" dt="2026-07-10T16:59:31.865" v="489" actId="2696"/>
        <pc:sldMkLst>
          <pc:docMk/>
          <pc:sldMk cId="0" sldId="259"/>
        </pc:sldMkLst>
        <pc:spChg chg="mod">
          <ac:chgData name="Paul Kwaku Larbi Anderson" userId="68a08b9e66d5d016" providerId="LiveId" clId="{433DCE2B-3408-4240-AE51-36394CB63D66}" dt="2026-07-10T16:43:23.680" v="255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0T16:43:55.790" v="283" actId="20577"/>
          <ac:spMkLst>
            <pc:docMk/>
            <pc:sldMk cId="0" sldId="259"/>
            <ac:spMk id="6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0T16:50:03.730" v="450" actId="20577"/>
          <ac:spMkLst>
            <pc:docMk/>
            <pc:sldMk cId="0" sldId="259"/>
            <ac:spMk id="7" creationId="{00000000-0000-0000-0000-000000000000}"/>
          </ac:spMkLst>
        </pc:spChg>
      </pc:sldChg>
      <pc:sldChg chg="del mod modShow">
        <pc:chgData name="Paul Kwaku Larbi Anderson" userId="68a08b9e66d5d016" providerId="LiveId" clId="{433DCE2B-3408-4240-AE51-36394CB63D66}" dt="2026-07-10T17:39:21.074" v="852" actId="2696"/>
        <pc:sldMkLst>
          <pc:docMk/>
          <pc:sldMk cId="0" sldId="260"/>
        </pc:sldMkLst>
      </pc:sldChg>
      <pc:sldChg chg="addSp delSp modSp mod addAnim delAnim modAnim">
        <pc:chgData name="Paul Kwaku Larbi Anderson" userId="68a08b9e66d5d016" providerId="LiveId" clId="{433DCE2B-3408-4240-AE51-36394CB63D66}" dt="2026-07-11T05:16:14.175" v="2595" actId="255"/>
        <pc:sldMkLst>
          <pc:docMk/>
          <pc:sldMk cId="0" sldId="261"/>
        </pc:sldMkLst>
        <pc:spChg chg="mod">
          <ac:chgData name="Paul Kwaku Larbi Anderson" userId="68a08b9e66d5d016" providerId="LiveId" clId="{433DCE2B-3408-4240-AE51-36394CB63D66}" dt="2026-07-10T18:40:03.297" v="1667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1T04:43:44.045" v="2081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1T04:43:50.555" v="2082" actId="1076"/>
          <ac:spMkLst>
            <pc:docMk/>
            <pc:sldMk cId="0" sldId="261"/>
            <ac:spMk id="4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0T17:03:03.209" v="494" actId="164"/>
          <ac:spMkLst>
            <pc:docMk/>
            <pc:sldMk cId="0" sldId="261"/>
            <ac:spMk id="5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0T17:03:03.209" v="494" actId="164"/>
          <ac:spMkLst>
            <pc:docMk/>
            <pc:sldMk cId="0" sldId="261"/>
            <ac:spMk id="6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0T17:03:03.209" v="494" actId="164"/>
          <ac:spMkLst>
            <pc:docMk/>
            <pc:sldMk cId="0" sldId="261"/>
            <ac:spMk id="7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1T04:44:50.070" v="2091" actId="14100"/>
          <ac:spMkLst>
            <pc:docMk/>
            <pc:sldMk cId="0" sldId="261"/>
            <ac:spMk id="8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0T17:03:03.209" v="494" actId="164"/>
          <ac:spMkLst>
            <pc:docMk/>
            <pc:sldMk cId="0" sldId="261"/>
            <ac:spMk id="9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1T04:45:17.485" v="2093" actId="255"/>
          <ac:spMkLst>
            <pc:docMk/>
            <pc:sldMk cId="0" sldId="261"/>
            <ac:spMk id="10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1T04:45:07.820" v="2092" actId="255"/>
          <ac:spMkLst>
            <pc:docMk/>
            <pc:sldMk cId="0" sldId="261"/>
            <ac:spMk id="11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1T04:46:37.380" v="2118" actId="6549"/>
          <ac:spMkLst>
            <pc:docMk/>
            <pc:sldMk cId="0" sldId="261"/>
            <ac:spMk id="12" creationId="{00000000-0000-0000-0000-000000000000}"/>
          </ac:spMkLst>
        </pc:spChg>
        <pc:spChg chg="mod topLvl">
          <ac:chgData name="Paul Kwaku Larbi Anderson" userId="68a08b9e66d5d016" providerId="LiveId" clId="{433DCE2B-3408-4240-AE51-36394CB63D66}" dt="2026-07-10T17:11:48.023" v="597" actId="164"/>
          <ac:spMkLst>
            <pc:docMk/>
            <pc:sldMk cId="0" sldId="261"/>
            <ac:spMk id="13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0T17:11:48.023" v="597" actId="164"/>
          <ac:spMkLst>
            <pc:docMk/>
            <pc:sldMk cId="0" sldId="261"/>
            <ac:spMk id="14" creationId="{00000000-0000-0000-0000-000000000000}"/>
          </ac:spMkLst>
        </pc:spChg>
        <pc:spChg chg="mod topLvl">
          <ac:chgData name="Paul Kwaku Larbi Anderson" userId="68a08b9e66d5d016" providerId="LiveId" clId="{433DCE2B-3408-4240-AE51-36394CB63D66}" dt="2026-07-11T04:47:01.265" v="2119" actId="255"/>
          <ac:spMkLst>
            <pc:docMk/>
            <pc:sldMk cId="0" sldId="261"/>
            <ac:spMk id="16" creationId="{00000000-0000-0000-0000-000000000000}"/>
          </ac:spMkLst>
        </pc:spChg>
        <pc:spChg chg="mod topLvl">
          <ac:chgData name="Paul Kwaku Larbi Anderson" userId="68a08b9e66d5d016" providerId="LiveId" clId="{433DCE2B-3408-4240-AE51-36394CB63D66}" dt="2026-07-11T05:06:49.579" v="2520" actId="6549"/>
          <ac:spMkLst>
            <pc:docMk/>
            <pc:sldMk cId="0" sldId="261"/>
            <ac:spMk id="17" creationId="{00000000-0000-0000-0000-000000000000}"/>
          </ac:spMkLst>
        </pc:spChg>
        <pc:spChg chg="mod topLvl">
          <ac:chgData name="Paul Kwaku Larbi Anderson" userId="68a08b9e66d5d016" providerId="LiveId" clId="{433DCE2B-3408-4240-AE51-36394CB63D66}" dt="2026-07-11T04:48:41.728" v="2133" actId="107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0T17:09:46.041" v="593" actId="164"/>
          <ac:spMkLst>
            <pc:docMk/>
            <pc:sldMk cId="0" sldId="261"/>
            <ac:spMk id="19" creationId="{00000000-0000-0000-0000-000000000000}"/>
          </ac:spMkLst>
        </pc:spChg>
        <pc:spChg chg="mod topLvl">
          <ac:chgData name="Paul Kwaku Larbi Anderson" userId="68a08b9e66d5d016" providerId="LiveId" clId="{433DCE2B-3408-4240-AE51-36394CB63D66}" dt="2026-07-11T04:48:46.778" v="2134" actId="1076"/>
          <ac:spMkLst>
            <pc:docMk/>
            <pc:sldMk cId="0" sldId="261"/>
            <ac:spMk id="21" creationId="{00000000-0000-0000-0000-000000000000}"/>
          </ac:spMkLst>
        </pc:spChg>
        <pc:spChg chg="mod topLvl">
          <ac:chgData name="Paul Kwaku Larbi Anderson" userId="68a08b9e66d5d016" providerId="LiveId" clId="{433DCE2B-3408-4240-AE51-36394CB63D66}" dt="2026-07-11T05:06:55.694" v="2521" actId="6549"/>
          <ac:spMkLst>
            <pc:docMk/>
            <pc:sldMk cId="0" sldId="261"/>
            <ac:spMk id="22" creationId="{00000000-0000-0000-0000-000000000000}"/>
          </ac:spMkLst>
        </pc:spChg>
        <pc:spChg chg="add del mod">
          <ac:chgData name="Paul Kwaku Larbi Anderson" userId="68a08b9e66d5d016" providerId="LiveId" clId="{433DCE2B-3408-4240-AE51-36394CB63D66}" dt="2026-07-11T05:03:56.762" v="2431" actId="21"/>
          <ac:spMkLst>
            <pc:docMk/>
            <pc:sldMk cId="0" sldId="261"/>
            <ac:spMk id="23" creationId="{00000000-0000-0000-0000-000000000000}"/>
          </ac:spMkLst>
        </pc:spChg>
        <pc:spChg chg="del mod">
          <ac:chgData name="Paul Kwaku Larbi Anderson" userId="68a08b9e66d5d016" providerId="LiveId" clId="{433DCE2B-3408-4240-AE51-36394CB63D66}" dt="2026-07-11T04:49:18.325" v="2140" actId="478"/>
          <ac:spMkLst>
            <pc:docMk/>
            <pc:sldMk cId="0" sldId="261"/>
            <ac:spMk id="24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1T05:04:12.842" v="2433" actId="20577"/>
          <ac:spMkLst>
            <pc:docMk/>
            <pc:sldMk cId="0" sldId="261"/>
            <ac:spMk id="26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1T05:07:03.561" v="2522" actId="20577"/>
          <ac:spMkLst>
            <pc:docMk/>
            <pc:sldMk cId="0" sldId="261"/>
            <ac:spMk id="27" creationId="{00000000-0000-0000-0000-000000000000}"/>
          </ac:spMkLst>
        </pc:spChg>
        <pc:spChg chg="del mod">
          <ac:chgData name="Paul Kwaku Larbi Anderson" userId="68a08b9e66d5d016" providerId="LiveId" clId="{433DCE2B-3408-4240-AE51-36394CB63D66}" dt="2026-07-11T04:41:49.216" v="2066" actId="478"/>
          <ac:spMkLst>
            <pc:docMk/>
            <pc:sldMk cId="0" sldId="261"/>
            <ac:spMk id="28" creationId="{00000000-0000-0000-0000-000000000000}"/>
          </ac:spMkLst>
        </pc:spChg>
        <pc:spChg chg="add mod">
          <ac:chgData name="Paul Kwaku Larbi Anderson" userId="68a08b9e66d5d016" providerId="LiveId" clId="{433DCE2B-3408-4240-AE51-36394CB63D66}" dt="2026-07-11T05:16:14.175" v="2595" actId="255"/>
          <ac:spMkLst>
            <pc:docMk/>
            <pc:sldMk cId="0" sldId="261"/>
            <ac:spMk id="33" creationId="{30273449-D114-B20B-6C1D-FF4A993773C3}"/>
          </ac:spMkLst>
        </pc:spChg>
        <pc:grpChg chg="add mod">
          <ac:chgData name="Paul Kwaku Larbi Anderson" userId="68a08b9e66d5d016" providerId="LiveId" clId="{433DCE2B-3408-4240-AE51-36394CB63D66}" dt="2026-07-10T17:02:24.349" v="493" actId="164"/>
          <ac:grpSpMkLst>
            <pc:docMk/>
            <pc:sldMk cId="0" sldId="261"/>
            <ac:grpSpMk id="30" creationId="{B06B8743-0950-905E-B932-C8AF32E3A708}"/>
          </ac:grpSpMkLst>
        </pc:grpChg>
        <pc:grpChg chg="add mod">
          <ac:chgData name="Paul Kwaku Larbi Anderson" userId="68a08b9e66d5d016" providerId="LiveId" clId="{433DCE2B-3408-4240-AE51-36394CB63D66}" dt="2026-07-10T17:03:56.141" v="496" actId="164"/>
          <ac:grpSpMkLst>
            <pc:docMk/>
            <pc:sldMk cId="0" sldId="261"/>
            <ac:grpSpMk id="31" creationId="{16D1766D-FEF6-7687-187F-4CA803CF738F}"/>
          </ac:grpSpMkLst>
        </pc:grpChg>
        <pc:grpChg chg="add mod">
          <ac:chgData name="Paul Kwaku Larbi Anderson" userId="68a08b9e66d5d016" providerId="LiveId" clId="{433DCE2B-3408-4240-AE51-36394CB63D66}" dt="2026-07-11T04:44:05.802" v="2085" actId="1076"/>
          <ac:grpSpMkLst>
            <pc:docMk/>
            <pc:sldMk cId="0" sldId="261"/>
            <ac:grpSpMk id="32" creationId="{92FE999D-D3CC-28E6-FDD7-2A672C45B76C}"/>
          </ac:grpSpMkLst>
        </pc:grpChg>
        <pc:grpChg chg="add del mod">
          <ac:chgData name="Paul Kwaku Larbi Anderson" userId="68a08b9e66d5d016" providerId="LiveId" clId="{433DCE2B-3408-4240-AE51-36394CB63D66}" dt="2026-07-10T17:10:24.560" v="594" actId="165"/>
          <ac:grpSpMkLst>
            <pc:docMk/>
            <pc:sldMk cId="0" sldId="261"/>
            <ac:grpSpMk id="33" creationId="{4943F467-DF1E-6B80-681E-E51B976FC26B}"/>
          </ac:grpSpMkLst>
        </pc:grpChg>
        <pc:grpChg chg="add del mod">
          <ac:chgData name="Paul Kwaku Larbi Anderson" userId="68a08b9e66d5d016" providerId="LiveId" clId="{433DCE2B-3408-4240-AE51-36394CB63D66}" dt="2026-07-10T17:09:25.941" v="590" actId="165"/>
          <ac:grpSpMkLst>
            <pc:docMk/>
            <pc:sldMk cId="0" sldId="261"/>
            <ac:grpSpMk id="34" creationId="{DA07C8AC-B0AD-DFF7-DAD6-2D226643997F}"/>
          </ac:grpSpMkLst>
        </pc:grpChg>
        <pc:grpChg chg="add mod">
          <ac:chgData name="Paul Kwaku Larbi Anderson" userId="68a08b9e66d5d016" providerId="LiveId" clId="{433DCE2B-3408-4240-AE51-36394CB63D66}" dt="2026-07-10T17:08:39.972" v="588" actId="164"/>
          <ac:grpSpMkLst>
            <pc:docMk/>
            <pc:sldMk cId="0" sldId="261"/>
            <ac:grpSpMk id="35" creationId="{48B4EDCA-84E6-0555-294E-DF11E866F58F}"/>
          </ac:grpSpMkLst>
        </pc:grpChg>
        <pc:grpChg chg="add mod">
          <ac:chgData name="Paul Kwaku Larbi Anderson" userId="68a08b9e66d5d016" providerId="LiveId" clId="{433DCE2B-3408-4240-AE51-36394CB63D66}" dt="2026-07-11T04:50:27.243" v="2153" actId="14100"/>
          <ac:grpSpMkLst>
            <pc:docMk/>
            <pc:sldMk cId="0" sldId="261"/>
            <ac:grpSpMk id="36" creationId="{0A2F3E49-6907-68EE-16F2-0999A28EC1EC}"/>
          </ac:grpSpMkLst>
        </pc:grpChg>
        <pc:grpChg chg="add mod">
          <ac:chgData name="Paul Kwaku Larbi Anderson" userId="68a08b9e66d5d016" providerId="LiveId" clId="{433DCE2B-3408-4240-AE51-36394CB63D66}" dt="2026-07-11T04:49:08.248" v="2138" actId="14100"/>
          <ac:grpSpMkLst>
            <pc:docMk/>
            <pc:sldMk cId="0" sldId="261"/>
            <ac:grpSpMk id="37" creationId="{A7AF6963-03F0-088A-2E2F-A07FFD671985}"/>
          </ac:grpSpMkLst>
        </pc:grpChg>
        <pc:grpChg chg="add del mod">
          <ac:chgData name="Paul Kwaku Larbi Anderson" userId="68a08b9e66d5d016" providerId="LiveId" clId="{433DCE2B-3408-4240-AE51-36394CB63D66}" dt="2026-07-10T17:11:33.328" v="596" actId="165"/>
          <ac:grpSpMkLst>
            <pc:docMk/>
            <pc:sldMk cId="0" sldId="261"/>
            <ac:grpSpMk id="38" creationId="{8998318F-D97A-18DC-865B-2CE5DC575B0B}"/>
          </ac:grpSpMkLst>
        </pc:grpChg>
        <pc:grpChg chg="add mod">
          <ac:chgData name="Paul Kwaku Larbi Anderson" userId="68a08b9e66d5d016" providerId="LiveId" clId="{433DCE2B-3408-4240-AE51-36394CB63D66}" dt="2026-07-11T04:48:17.097" v="2129" actId="14100"/>
          <ac:grpSpMkLst>
            <pc:docMk/>
            <pc:sldMk cId="0" sldId="261"/>
            <ac:grpSpMk id="39" creationId="{FFBDADA9-83FA-4F6C-A663-309A93614CDF}"/>
          </ac:grpSpMkLst>
        </pc:grpChg>
        <pc:picChg chg="mod topLvl">
          <ac:chgData name="Paul Kwaku Larbi Anderson" userId="68a08b9e66d5d016" providerId="LiveId" clId="{433DCE2B-3408-4240-AE51-36394CB63D66}" dt="2026-07-11T04:48:12.065" v="2128" actId="14100"/>
          <ac:picMkLst>
            <pc:docMk/>
            <pc:sldMk cId="0" sldId="261"/>
            <ac:picMk id="15" creationId="{00000000-0000-0000-0000-000000000000}"/>
          </ac:picMkLst>
        </pc:picChg>
        <pc:picChg chg="mod topLvl">
          <ac:chgData name="Paul Kwaku Larbi Anderson" userId="68a08b9e66d5d016" providerId="LiveId" clId="{433DCE2B-3408-4240-AE51-36394CB63D66}" dt="2026-07-11T04:48:28.255" v="2131" actId="1076"/>
          <ac:picMkLst>
            <pc:docMk/>
            <pc:sldMk cId="0" sldId="261"/>
            <ac:picMk id="20" creationId="{00000000-0000-0000-0000-000000000000}"/>
          </ac:picMkLst>
        </pc:picChg>
        <pc:picChg chg="mod">
          <ac:chgData name="Paul Kwaku Larbi Anderson" userId="68a08b9e66d5d016" providerId="LiveId" clId="{433DCE2B-3408-4240-AE51-36394CB63D66}" dt="2026-07-11T04:49:27.529" v="2142" actId="1076"/>
          <ac:picMkLst>
            <pc:docMk/>
            <pc:sldMk cId="0" sldId="261"/>
            <ac:picMk id="25" creationId="{00000000-0000-0000-0000-000000000000}"/>
          </ac:picMkLst>
        </pc:picChg>
      </pc:sldChg>
      <pc:sldChg chg="del mod modShow">
        <pc:chgData name="Paul Kwaku Larbi Anderson" userId="68a08b9e66d5d016" providerId="LiveId" clId="{433DCE2B-3408-4240-AE51-36394CB63D66}" dt="2026-07-10T17:39:42.171" v="853" actId="2696"/>
        <pc:sldMkLst>
          <pc:docMk/>
          <pc:sldMk cId="0" sldId="262"/>
        </pc:sldMkLst>
      </pc:sldChg>
      <pc:sldChg chg="addSp delSp modSp mod addAnim delAnim modAnim">
        <pc:chgData name="Paul Kwaku Larbi Anderson" userId="68a08b9e66d5d016" providerId="LiveId" clId="{433DCE2B-3408-4240-AE51-36394CB63D66}" dt="2026-07-11T05:29:34.368" v="2795" actId="14100"/>
        <pc:sldMkLst>
          <pc:docMk/>
          <pc:sldMk cId="0" sldId="263"/>
        </pc:sldMkLst>
        <pc:spChg chg="mod">
          <ac:chgData name="Paul Kwaku Larbi Anderson" userId="68a08b9e66d5d016" providerId="LiveId" clId="{433DCE2B-3408-4240-AE51-36394CB63D66}" dt="2026-07-11T05:24:18.301" v="2664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1T05:08:42.511" v="2535" actId="1076"/>
          <ac:spMkLst>
            <pc:docMk/>
            <pc:sldMk cId="0" sldId="263"/>
            <ac:spMk id="3" creationId="{00000000-0000-0000-0000-000000000000}"/>
          </ac:spMkLst>
        </pc:spChg>
        <pc:spChg chg="del mod">
          <ac:chgData name="Paul Kwaku Larbi Anderson" userId="68a08b9e66d5d016" providerId="LiveId" clId="{433DCE2B-3408-4240-AE51-36394CB63D66}" dt="2026-07-11T05:07:47.360" v="2524" actId="478"/>
          <ac:spMkLst>
            <pc:docMk/>
            <pc:sldMk cId="0" sldId="263"/>
            <ac:spMk id="4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1T05:08:54.082" v="2537" actId="1076"/>
          <ac:spMkLst>
            <pc:docMk/>
            <pc:sldMk cId="0" sldId="263"/>
            <ac:spMk id="6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1T05:28:41.716" v="2794" actId="20577"/>
          <ac:spMkLst>
            <pc:docMk/>
            <pc:sldMk cId="0" sldId="263"/>
            <ac:spMk id="7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1T05:14:07.147" v="2586" actId="1076"/>
          <ac:spMkLst>
            <pc:docMk/>
            <pc:sldMk cId="0" sldId="263"/>
            <ac:spMk id="8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1T05:23:40.768" v="2640" actId="14100"/>
          <ac:spMkLst>
            <pc:docMk/>
            <pc:sldMk cId="0" sldId="263"/>
            <ac:spMk id="9" creationId="{00000000-0000-0000-0000-000000000000}"/>
          </ac:spMkLst>
        </pc:spChg>
        <pc:spChg chg="del mod">
          <ac:chgData name="Paul Kwaku Larbi Anderson" userId="68a08b9e66d5d016" providerId="LiveId" clId="{433DCE2B-3408-4240-AE51-36394CB63D66}" dt="2026-07-11T05:09:53.461" v="2544" actId="478"/>
          <ac:spMkLst>
            <pc:docMk/>
            <pc:sldMk cId="0" sldId="263"/>
            <ac:spMk id="10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1T05:23:53.459" v="2641" actId="14100"/>
          <ac:spMkLst>
            <pc:docMk/>
            <pc:sldMk cId="0" sldId="263"/>
            <ac:spMk id="12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1T05:12:23.876" v="2568" actId="1076"/>
          <ac:spMkLst>
            <pc:docMk/>
            <pc:sldMk cId="0" sldId="263"/>
            <ac:spMk id="13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1T05:13:56.536" v="2583" actId="207"/>
          <ac:spMkLst>
            <pc:docMk/>
            <pc:sldMk cId="0" sldId="263"/>
            <ac:spMk id="14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1T05:29:34.368" v="2795" actId="14100"/>
          <ac:spMkLst>
            <pc:docMk/>
            <pc:sldMk cId="0" sldId="263"/>
            <ac:spMk id="15" creationId="{00000000-0000-0000-0000-000000000000}"/>
          </ac:spMkLst>
        </pc:spChg>
        <pc:spChg chg="del mod">
          <ac:chgData name="Paul Kwaku Larbi Anderson" userId="68a08b9e66d5d016" providerId="LiveId" clId="{433DCE2B-3408-4240-AE51-36394CB63D66}" dt="2026-07-11T05:13:02.132" v="2573" actId="478"/>
          <ac:spMkLst>
            <pc:docMk/>
            <pc:sldMk cId="0" sldId="263"/>
            <ac:spMk id="16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1T05:13:33.986" v="2578" actId="1076"/>
          <ac:spMkLst>
            <pc:docMk/>
            <pc:sldMk cId="0" sldId="263"/>
            <ac:spMk id="18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1T05:13:48.114" v="2581" actId="1076"/>
          <ac:spMkLst>
            <pc:docMk/>
            <pc:sldMk cId="0" sldId="263"/>
            <ac:spMk id="19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1T05:14:40.134" v="2588" actId="1076"/>
          <ac:spMkLst>
            <pc:docMk/>
            <pc:sldMk cId="0" sldId="263"/>
            <ac:spMk id="20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1T05:14:30.703" v="2587" actId="255"/>
          <ac:spMkLst>
            <pc:docMk/>
            <pc:sldMk cId="0" sldId="263"/>
            <ac:spMk id="21" creationId="{00000000-0000-0000-0000-000000000000}"/>
          </ac:spMkLst>
        </pc:spChg>
        <pc:spChg chg="del mod">
          <ac:chgData name="Paul Kwaku Larbi Anderson" userId="68a08b9e66d5d016" providerId="LiveId" clId="{433DCE2B-3408-4240-AE51-36394CB63D66}" dt="2026-07-11T05:15:28.706" v="2592" actId="478"/>
          <ac:spMkLst>
            <pc:docMk/>
            <pc:sldMk cId="0" sldId="263"/>
            <ac:spMk id="22" creationId="{00000000-0000-0000-0000-000000000000}"/>
          </ac:spMkLst>
        </pc:spChg>
        <pc:spChg chg="add del mod">
          <ac:chgData name="Paul Kwaku Larbi Anderson" userId="68a08b9e66d5d016" providerId="LiveId" clId="{433DCE2B-3408-4240-AE51-36394CB63D66}" dt="2026-07-11T05:17:14.415" v="2599" actId="478"/>
          <ac:spMkLst>
            <pc:docMk/>
            <pc:sldMk cId="0" sldId="263"/>
            <ac:spMk id="29" creationId="{A8C5B9B6-8388-464F-FFA9-A15AFD079E07}"/>
          </ac:spMkLst>
        </pc:spChg>
        <pc:spChg chg="add del">
          <ac:chgData name="Paul Kwaku Larbi Anderson" userId="68a08b9e66d5d016" providerId="LiveId" clId="{433DCE2B-3408-4240-AE51-36394CB63D66}" dt="2026-07-11T05:17:34.423" v="2601" actId="478"/>
          <ac:spMkLst>
            <pc:docMk/>
            <pc:sldMk cId="0" sldId="263"/>
            <ac:spMk id="31" creationId="{1448B973-6745-CA57-F726-3416A53205FC}"/>
          </ac:spMkLst>
        </pc:spChg>
        <pc:spChg chg="add">
          <ac:chgData name="Paul Kwaku Larbi Anderson" userId="68a08b9e66d5d016" providerId="LiveId" clId="{433DCE2B-3408-4240-AE51-36394CB63D66}" dt="2026-07-11T05:17:35.523" v="2602" actId="22"/>
          <ac:spMkLst>
            <pc:docMk/>
            <pc:sldMk cId="0" sldId="263"/>
            <ac:spMk id="33" creationId="{C9D808A3-45DD-5F5A-25D2-EC56BFBC89D5}"/>
          </ac:spMkLst>
        </pc:spChg>
        <pc:grpChg chg="add mod">
          <ac:chgData name="Paul Kwaku Larbi Anderson" userId="68a08b9e66d5d016" providerId="LiveId" clId="{433DCE2B-3408-4240-AE51-36394CB63D66}" dt="2026-07-10T17:16:02.793" v="603" actId="164"/>
          <ac:grpSpMkLst>
            <pc:docMk/>
            <pc:sldMk cId="0" sldId="263"/>
            <ac:grpSpMk id="24" creationId="{D9AF69BA-E14B-5A83-23FB-97ED7AB69B19}"/>
          </ac:grpSpMkLst>
        </pc:grpChg>
        <pc:grpChg chg="add mod">
          <ac:chgData name="Paul Kwaku Larbi Anderson" userId="68a08b9e66d5d016" providerId="LiveId" clId="{433DCE2B-3408-4240-AE51-36394CB63D66}" dt="2026-07-11T05:11:54.520" v="2563" actId="14100"/>
          <ac:grpSpMkLst>
            <pc:docMk/>
            <pc:sldMk cId="0" sldId="263"/>
            <ac:grpSpMk id="25" creationId="{ABF74158-4DD7-7CB9-D49C-5FB508041441}"/>
          </ac:grpSpMkLst>
        </pc:grpChg>
        <pc:grpChg chg="add mod">
          <ac:chgData name="Paul Kwaku Larbi Anderson" userId="68a08b9e66d5d016" providerId="LiveId" clId="{433DCE2B-3408-4240-AE51-36394CB63D66}" dt="2026-07-11T05:13:51.196" v="2582" actId="14100"/>
          <ac:grpSpMkLst>
            <pc:docMk/>
            <pc:sldMk cId="0" sldId="263"/>
            <ac:grpSpMk id="26" creationId="{0B338985-A458-9F50-2C00-E97722C736F1}"/>
          </ac:grpSpMkLst>
        </pc:grpChg>
        <pc:grpChg chg="add mod">
          <ac:chgData name="Paul Kwaku Larbi Anderson" userId="68a08b9e66d5d016" providerId="LiveId" clId="{433DCE2B-3408-4240-AE51-36394CB63D66}" dt="2026-07-11T05:14:45.096" v="2589" actId="1076"/>
          <ac:grpSpMkLst>
            <pc:docMk/>
            <pc:sldMk cId="0" sldId="263"/>
            <ac:grpSpMk id="27" creationId="{6B5E5282-9493-9959-A4D9-DF4E4D9D2511}"/>
          </ac:grpSpMkLst>
        </pc:grpChg>
        <pc:picChg chg="mod">
          <ac:chgData name="Paul Kwaku Larbi Anderson" userId="68a08b9e66d5d016" providerId="LiveId" clId="{433DCE2B-3408-4240-AE51-36394CB63D66}" dt="2026-07-11T05:07:54.356" v="2525" actId="14100"/>
          <ac:picMkLst>
            <pc:docMk/>
            <pc:sldMk cId="0" sldId="263"/>
            <ac:picMk id="5" creationId="{00000000-0000-0000-0000-000000000000}"/>
          </ac:picMkLst>
        </pc:picChg>
        <pc:picChg chg="mod">
          <ac:chgData name="Paul Kwaku Larbi Anderson" userId="68a08b9e66d5d016" providerId="LiveId" clId="{433DCE2B-3408-4240-AE51-36394CB63D66}" dt="2026-07-11T05:09:51.196" v="2543" actId="1076"/>
          <ac:picMkLst>
            <pc:docMk/>
            <pc:sldMk cId="0" sldId="263"/>
            <ac:picMk id="11" creationId="{00000000-0000-0000-0000-000000000000}"/>
          </ac:picMkLst>
        </pc:picChg>
        <pc:picChg chg="mod">
          <ac:chgData name="Paul Kwaku Larbi Anderson" userId="68a08b9e66d5d016" providerId="LiveId" clId="{433DCE2B-3408-4240-AE51-36394CB63D66}" dt="2026-07-11T05:13:11.986" v="2574" actId="14100"/>
          <ac:picMkLst>
            <pc:docMk/>
            <pc:sldMk cId="0" sldId="263"/>
            <ac:picMk id="17" creationId="{00000000-0000-0000-0000-000000000000}"/>
          </ac:picMkLst>
        </pc:picChg>
      </pc:sldChg>
      <pc:sldChg chg="addSp modSp del">
        <pc:chgData name="Paul Kwaku Larbi Anderson" userId="68a08b9e66d5d016" providerId="LiveId" clId="{433DCE2B-3408-4240-AE51-36394CB63D66}" dt="2026-07-10T17:38:54.778" v="851" actId="2696"/>
        <pc:sldMkLst>
          <pc:docMk/>
          <pc:sldMk cId="0" sldId="264"/>
        </pc:sldMkLst>
        <pc:spChg chg="mod">
          <ac:chgData name="Paul Kwaku Larbi Anderson" userId="68a08b9e66d5d016" providerId="LiveId" clId="{433DCE2B-3408-4240-AE51-36394CB63D66}" dt="2026-07-10T17:18:00.189" v="613" actId="164"/>
          <ac:spMkLst>
            <pc:docMk/>
            <pc:sldMk cId="0" sldId="264"/>
            <ac:spMk id="3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0T17:18:00.189" v="613" actId="164"/>
          <ac:spMkLst>
            <pc:docMk/>
            <pc:sldMk cId="0" sldId="264"/>
            <ac:spMk id="4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0T17:18:00.189" v="613" actId="164"/>
          <ac:spMkLst>
            <pc:docMk/>
            <pc:sldMk cId="0" sldId="264"/>
            <ac:spMk id="6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0T17:18:00.189" v="613" actId="164"/>
          <ac:spMkLst>
            <pc:docMk/>
            <pc:sldMk cId="0" sldId="264"/>
            <ac:spMk id="7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0T17:18:10.602" v="614" actId="164"/>
          <ac:spMkLst>
            <pc:docMk/>
            <pc:sldMk cId="0" sldId="264"/>
            <ac:spMk id="8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0T17:18:26.961" v="615" actId="164"/>
          <ac:spMkLst>
            <pc:docMk/>
            <pc:sldMk cId="0" sldId="264"/>
            <ac:spMk id="11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0T17:18:26.961" v="615" actId="164"/>
          <ac:spMkLst>
            <pc:docMk/>
            <pc:sldMk cId="0" sldId="264"/>
            <ac:spMk id="12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0T17:18:26.961" v="615" actId="164"/>
          <ac:spMkLst>
            <pc:docMk/>
            <pc:sldMk cId="0" sldId="264"/>
            <ac:spMk id="13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0T17:18:26.961" v="615" actId="164"/>
          <ac:spMkLst>
            <pc:docMk/>
            <pc:sldMk cId="0" sldId="264"/>
            <ac:spMk id="14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0T17:18:35.936" v="616" actId="164"/>
          <ac:spMkLst>
            <pc:docMk/>
            <pc:sldMk cId="0" sldId="264"/>
            <ac:spMk id="15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0T17:18:35.936" v="616" actId="164"/>
          <ac:spMkLst>
            <pc:docMk/>
            <pc:sldMk cId="0" sldId="264"/>
            <ac:spMk id="16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0T17:18:35.936" v="616" actId="164"/>
          <ac:spMkLst>
            <pc:docMk/>
            <pc:sldMk cId="0" sldId="264"/>
            <ac:spMk id="18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0T17:18:35.936" v="616" actId="164"/>
          <ac:spMkLst>
            <pc:docMk/>
            <pc:sldMk cId="0" sldId="264"/>
            <ac:spMk id="19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0T17:18:46.071" v="617" actId="164"/>
          <ac:spMkLst>
            <pc:docMk/>
            <pc:sldMk cId="0" sldId="264"/>
            <ac:spMk id="20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0T17:18:46.071" v="617" actId="164"/>
          <ac:spMkLst>
            <pc:docMk/>
            <pc:sldMk cId="0" sldId="264"/>
            <ac:spMk id="21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0T17:18:46.071" v="617" actId="164"/>
          <ac:spMkLst>
            <pc:docMk/>
            <pc:sldMk cId="0" sldId="264"/>
            <ac:spMk id="23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0T17:18:46.071" v="617" actId="164"/>
          <ac:spMkLst>
            <pc:docMk/>
            <pc:sldMk cId="0" sldId="264"/>
            <ac:spMk id="24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0T17:18:55.660" v="618" actId="164"/>
          <ac:spMkLst>
            <pc:docMk/>
            <pc:sldMk cId="0" sldId="264"/>
            <ac:spMk id="25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0T17:18:55.660" v="618" actId="164"/>
          <ac:spMkLst>
            <pc:docMk/>
            <pc:sldMk cId="0" sldId="264"/>
            <ac:spMk id="26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0T17:18:55.660" v="618" actId="164"/>
          <ac:spMkLst>
            <pc:docMk/>
            <pc:sldMk cId="0" sldId="264"/>
            <ac:spMk id="28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0T17:18:55.660" v="618" actId="164"/>
          <ac:spMkLst>
            <pc:docMk/>
            <pc:sldMk cId="0" sldId="264"/>
            <ac:spMk id="29" creationId="{00000000-0000-0000-0000-000000000000}"/>
          </ac:spMkLst>
        </pc:spChg>
        <pc:grpChg chg="add mod">
          <ac:chgData name="Paul Kwaku Larbi Anderson" userId="68a08b9e66d5d016" providerId="LiveId" clId="{433DCE2B-3408-4240-AE51-36394CB63D66}" dt="2026-07-10T17:18:00.189" v="613" actId="164"/>
          <ac:grpSpMkLst>
            <pc:docMk/>
            <pc:sldMk cId="0" sldId="264"/>
            <ac:grpSpMk id="32" creationId="{DAE9EFB1-3550-A9FD-D9BE-4531BF1381B7}"/>
          </ac:grpSpMkLst>
        </pc:grpChg>
        <pc:grpChg chg="add mod">
          <ac:chgData name="Paul Kwaku Larbi Anderson" userId="68a08b9e66d5d016" providerId="LiveId" clId="{433DCE2B-3408-4240-AE51-36394CB63D66}" dt="2026-07-10T17:18:10.602" v="614" actId="164"/>
          <ac:grpSpMkLst>
            <pc:docMk/>
            <pc:sldMk cId="0" sldId="264"/>
            <ac:grpSpMk id="33" creationId="{84006AE2-BD0A-3E91-1DD5-ED32D44285D7}"/>
          </ac:grpSpMkLst>
        </pc:grpChg>
        <pc:grpChg chg="add mod">
          <ac:chgData name="Paul Kwaku Larbi Anderson" userId="68a08b9e66d5d016" providerId="LiveId" clId="{433DCE2B-3408-4240-AE51-36394CB63D66}" dt="2026-07-10T17:18:26.961" v="615" actId="164"/>
          <ac:grpSpMkLst>
            <pc:docMk/>
            <pc:sldMk cId="0" sldId="264"/>
            <ac:grpSpMk id="34" creationId="{848D1517-F078-BAA5-9F70-40D3E8FA3F6A}"/>
          </ac:grpSpMkLst>
        </pc:grpChg>
        <pc:grpChg chg="add mod">
          <ac:chgData name="Paul Kwaku Larbi Anderson" userId="68a08b9e66d5d016" providerId="LiveId" clId="{433DCE2B-3408-4240-AE51-36394CB63D66}" dt="2026-07-10T17:18:35.936" v="616" actId="164"/>
          <ac:grpSpMkLst>
            <pc:docMk/>
            <pc:sldMk cId="0" sldId="264"/>
            <ac:grpSpMk id="35" creationId="{87AF8C0F-5B37-B9F0-805E-DEF09740DB41}"/>
          </ac:grpSpMkLst>
        </pc:grpChg>
        <pc:grpChg chg="add mod">
          <ac:chgData name="Paul Kwaku Larbi Anderson" userId="68a08b9e66d5d016" providerId="LiveId" clId="{433DCE2B-3408-4240-AE51-36394CB63D66}" dt="2026-07-10T17:18:46.071" v="617" actId="164"/>
          <ac:grpSpMkLst>
            <pc:docMk/>
            <pc:sldMk cId="0" sldId="264"/>
            <ac:grpSpMk id="36" creationId="{7C8115CB-992E-1FBD-523E-D5AEAFD53C4C}"/>
          </ac:grpSpMkLst>
        </pc:grpChg>
        <pc:grpChg chg="add mod">
          <ac:chgData name="Paul Kwaku Larbi Anderson" userId="68a08b9e66d5d016" providerId="LiveId" clId="{433DCE2B-3408-4240-AE51-36394CB63D66}" dt="2026-07-10T17:18:55.660" v="618" actId="164"/>
          <ac:grpSpMkLst>
            <pc:docMk/>
            <pc:sldMk cId="0" sldId="264"/>
            <ac:grpSpMk id="37" creationId="{39431074-9AF2-4B27-A99E-DB0C89FD952C}"/>
          </ac:grpSpMkLst>
        </pc:grpChg>
        <pc:picChg chg="mod">
          <ac:chgData name="Paul Kwaku Larbi Anderson" userId="68a08b9e66d5d016" providerId="LiveId" clId="{433DCE2B-3408-4240-AE51-36394CB63D66}" dt="2026-07-10T17:18:00.189" v="613" actId="164"/>
          <ac:picMkLst>
            <pc:docMk/>
            <pc:sldMk cId="0" sldId="264"/>
            <ac:picMk id="5" creationId="{00000000-0000-0000-0000-000000000000}"/>
          </ac:picMkLst>
        </pc:picChg>
        <pc:picChg chg="mod">
          <ac:chgData name="Paul Kwaku Larbi Anderson" userId="68a08b9e66d5d016" providerId="LiveId" clId="{433DCE2B-3408-4240-AE51-36394CB63D66}" dt="2026-07-10T17:18:10.602" v="614" actId="164"/>
          <ac:picMkLst>
            <pc:docMk/>
            <pc:sldMk cId="0" sldId="264"/>
            <ac:picMk id="10" creationId="{00000000-0000-0000-0000-000000000000}"/>
          </ac:picMkLst>
        </pc:picChg>
        <pc:picChg chg="mod">
          <ac:chgData name="Paul Kwaku Larbi Anderson" userId="68a08b9e66d5d016" providerId="LiveId" clId="{433DCE2B-3408-4240-AE51-36394CB63D66}" dt="2026-07-10T17:18:35.936" v="616" actId="164"/>
          <ac:picMkLst>
            <pc:docMk/>
            <pc:sldMk cId="0" sldId="264"/>
            <ac:picMk id="17" creationId="{00000000-0000-0000-0000-000000000000}"/>
          </ac:picMkLst>
        </pc:picChg>
        <pc:picChg chg="mod">
          <ac:chgData name="Paul Kwaku Larbi Anderson" userId="68a08b9e66d5d016" providerId="LiveId" clId="{433DCE2B-3408-4240-AE51-36394CB63D66}" dt="2026-07-10T17:18:46.071" v="617" actId="164"/>
          <ac:picMkLst>
            <pc:docMk/>
            <pc:sldMk cId="0" sldId="264"/>
            <ac:picMk id="22" creationId="{00000000-0000-0000-0000-000000000000}"/>
          </ac:picMkLst>
        </pc:picChg>
        <pc:picChg chg="mod">
          <ac:chgData name="Paul Kwaku Larbi Anderson" userId="68a08b9e66d5d016" providerId="LiveId" clId="{433DCE2B-3408-4240-AE51-36394CB63D66}" dt="2026-07-10T17:18:55.660" v="618" actId="164"/>
          <ac:picMkLst>
            <pc:docMk/>
            <pc:sldMk cId="0" sldId="264"/>
            <ac:picMk id="27" creationId="{00000000-0000-0000-0000-000000000000}"/>
          </ac:picMkLst>
        </pc:picChg>
      </pc:sldChg>
      <pc:sldChg chg="del">
        <pc:chgData name="Paul Kwaku Larbi Anderson" userId="68a08b9e66d5d016" providerId="LiveId" clId="{433DCE2B-3408-4240-AE51-36394CB63D66}" dt="2026-07-10T17:38:48.517" v="850" actId="2696"/>
        <pc:sldMkLst>
          <pc:docMk/>
          <pc:sldMk cId="0" sldId="265"/>
        </pc:sldMkLst>
      </pc:sldChg>
      <pc:sldChg chg="addSp delSp modSp mod ord modAnim">
        <pc:chgData name="Paul Kwaku Larbi Anderson" userId="68a08b9e66d5d016" providerId="LiveId" clId="{433DCE2B-3408-4240-AE51-36394CB63D66}" dt="2026-07-11T05:22:06.028" v="2639" actId="20577"/>
        <pc:sldMkLst>
          <pc:docMk/>
          <pc:sldMk cId="0" sldId="266"/>
        </pc:sldMkLst>
        <pc:spChg chg="mod">
          <ac:chgData name="Paul Kwaku Larbi Anderson" userId="68a08b9e66d5d016" providerId="LiveId" clId="{433DCE2B-3408-4240-AE51-36394CB63D66}" dt="2026-07-11T05:22:06.028" v="2639" actId="20577"/>
          <ac:spMkLst>
            <pc:docMk/>
            <pc:sldMk cId="0" sldId="266"/>
            <ac:spMk id="2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1T05:21:19.351" v="2616" actId="1076"/>
          <ac:spMkLst>
            <pc:docMk/>
            <pc:sldMk cId="0" sldId="266"/>
            <ac:spMk id="3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0T16:56:59.748" v="485" actId="164"/>
          <ac:spMkLst>
            <pc:docMk/>
            <pc:sldMk cId="0" sldId="266"/>
            <ac:spMk id="4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0T16:56:59.748" v="485" actId="164"/>
          <ac:spMkLst>
            <pc:docMk/>
            <pc:sldMk cId="0" sldId="266"/>
            <ac:spMk id="6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0T16:56:59.748" v="485" actId="164"/>
          <ac:spMkLst>
            <pc:docMk/>
            <pc:sldMk cId="0" sldId="266"/>
            <ac:spMk id="7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0T16:56:59.748" v="485" actId="164"/>
          <ac:spMkLst>
            <pc:docMk/>
            <pc:sldMk cId="0" sldId="266"/>
            <ac:spMk id="9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0T16:56:59.748" v="485" actId="164"/>
          <ac:spMkLst>
            <pc:docMk/>
            <pc:sldMk cId="0" sldId="266"/>
            <ac:spMk id="12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0T16:56:59.748" v="485" actId="164"/>
          <ac:spMkLst>
            <pc:docMk/>
            <pc:sldMk cId="0" sldId="266"/>
            <ac:spMk id="13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0T16:56:59.748" v="485" actId="164"/>
          <ac:spMkLst>
            <pc:docMk/>
            <pc:sldMk cId="0" sldId="266"/>
            <ac:spMk id="15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0T16:56:59.748" v="485" actId="164"/>
          <ac:spMkLst>
            <pc:docMk/>
            <pc:sldMk cId="0" sldId="266"/>
            <ac:spMk id="18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0T16:56:59.748" v="485" actId="164"/>
          <ac:spMkLst>
            <pc:docMk/>
            <pc:sldMk cId="0" sldId="266"/>
            <ac:spMk id="19" creationId="{00000000-0000-0000-0000-000000000000}"/>
          </ac:spMkLst>
        </pc:spChg>
        <pc:spChg chg="mod">
          <ac:chgData name="Paul Kwaku Larbi Anderson" userId="68a08b9e66d5d016" providerId="LiveId" clId="{433DCE2B-3408-4240-AE51-36394CB63D66}" dt="2026-07-10T16:56:59.748" v="485" actId="164"/>
          <ac:spMkLst>
            <pc:docMk/>
            <pc:sldMk cId="0" sldId="266"/>
            <ac:spMk id="21" creationId="{00000000-0000-0000-0000-000000000000}"/>
          </ac:spMkLst>
        </pc:spChg>
        <pc:spChg chg="del mod">
          <ac:chgData name="Paul Kwaku Larbi Anderson" userId="68a08b9e66d5d016" providerId="LiveId" clId="{433DCE2B-3408-4240-AE51-36394CB63D66}" dt="2026-07-11T04:42:00.587" v="2068" actId="478"/>
          <ac:spMkLst>
            <pc:docMk/>
            <pc:sldMk cId="0" sldId="266"/>
            <ac:spMk id="22" creationId="{00000000-0000-0000-0000-000000000000}"/>
          </ac:spMkLst>
        </pc:spChg>
        <pc:spChg chg="add mod">
          <ac:chgData name="Paul Kwaku Larbi Anderson" userId="68a08b9e66d5d016" providerId="LiveId" clId="{433DCE2B-3408-4240-AE51-36394CB63D66}" dt="2026-07-11T05:16:48.436" v="2598" actId="255"/>
          <ac:spMkLst>
            <pc:docMk/>
            <pc:sldMk cId="0" sldId="266"/>
            <ac:spMk id="26" creationId="{32401C14-EECA-AB7C-8267-D62963307B85}"/>
          </ac:spMkLst>
        </pc:spChg>
        <pc:grpChg chg="mod">
          <ac:chgData name="Paul Kwaku Larbi Anderson" userId="68a08b9e66d5d016" providerId="LiveId" clId="{433DCE2B-3408-4240-AE51-36394CB63D66}" dt="2026-07-11T05:21:22.635" v="2617" actId="1076"/>
          <ac:grpSpMkLst>
            <pc:docMk/>
            <pc:sldMk cId="0" sldId="266"/>
            <ac:grpSpMk id="24" creationId="{4F042E95-8682-87B7-C1DA-DE2F8C49980A}"/>
          </ac:grpSpMkLst>
        </pc:grpChg>
      </pc:sldChg>
      <pc:sldChg chg="addSp delSp modSp new mod setBg modAnim">
        <pc:chgData name="Paul Kwaku Larbi Anderson" userId="68a08b9e66d5d016" providerId="LiveId" clId="{433DCE2B-3408-4240-AE51-36394CB63D66}" dt="2026-07-11T05:17:45.935" v="2604" actId="22"/>
        <pc:sldMkLst>
          <pc:docMk/>
          <pc:sldMk cId="51495624" sldId="267"/>
        </pc:sldMkLst>
        <pc:spChg chg="add">
          <ac:chgData name="Paul Kwaku Larbi Anderson" userId="68a08b9e66d5d016" providerId="LiveId" clId="{433DCE2B-3408-4240-AE51-36394CB63D66}" dt="2026-07-11T05:17:45.935" v="2604" actId="22"/>
          <ac:spMkLst>
            <pc:docMk/>
            <pc:sldMk cId="51495624" sldId="267"/>
            <ac:spMk id="3" creationId="{18B3DAF2-DCFC-DDA0-2C85-9FA0EF77971A}"/>
          </ac:spMkLst>
        </pc:spChg>
        <pc:spChg chg="add mod">
          <ac:chgData name="Paul Kwaku Larbi Anderson" userId="68a08b9e66d5d016" providerId="LiveId" clId="{433DCE2B-3408-4240-AE51-36394CB63D66}" dt="2026-07-10T17:47:20.843" v="882" actId="14100"/>
          <ac:spMkLst>
            <pc:docMk/>
            <pc:sldMk cId="51495624" sldId="267"/>
            <ac:spMk id="5" creationId="{E531A437-9D34-63B0-DCFB-1AF90984DB47}"/>
          </ac:spMkLst>
        </pc:spChg>
        <pc:spChg chg="add del">
          <ac:chgData name="Paul Kwaku Larbi Anderson" userId="68a08b9e66d5d016" providerId="LiveId" clId="{433DCE2B-3408-4240-AE51-36394CB63D66}" dt="2026-07-10T17:24:28.426" v="626" actId="26606"/>
          <ac:spMkLst>
            <pc:docMk/>
            <pc:sldMk cId="51495624" sldId="267"/>
            <ac:spMk id="8" creationId="{42A4FC2C-047E-45A5-965D-8E1E3BF09BC6}"/>
          </ac:spMkLst>
        </pc:spChg>
        <pc:spChg chg="add del mod">
          <ac:chgData name="Paul Kwaku Larbi Anderson" userId="68a08b9e66d5d016" providerId="LiveId" clId="{433DCE2B-3408-4240-AE51-36394CB63D66}" dt="2026-07-11T05:17:44.415" v="2603" actId="478"/>
          <ac:spMkLst>
            <pc:docMk/>
            <pc:sldMk cId="51495624" sldId="267"/>
            <ac:spMk id="10" creationId="{C2E4A6FF-557C-09D7-985A-A367B04EE6AB}"/>
          </ac:spMkLst>
        </pc:spChg>
        <pc:picChg chg="add del mod">
          <ac:chgData name="Paul Kwaku Larbi Anderson" userId="68a08b9e66d5d016" providerId="LiveId" clId="{433DCE2B-3408-4240-AE51-36394CB63D66}" dt="2026-07-10T17:45:50.286" v="854" actId="478"/>
          <ac:picMkLst>
            <pc:docMk/>
            <pc:sldMk cId="51495624" sldId="267"/>
            <ac:picMk id="3" creationId="{54A3ADB3-5BF0-3369-A1F4-24E3FE274254}"/>
          </ac:picMkLst>
        </pc:picChg>
        <pc:picChg chg="add mod">
          <ac:chgData name="Paul Kwaku Larbi Anderson" userId="68a08b9e66d5d016" providerId="LiveId" clId="{433DCE2B-3408-4240-AE51-36394CB63D66}" dt="2026-07-10T18:12:02.595" v="1312" actId="1076"/>
          <ac:picMkLst>
            <pc:docMk/>
            <pc:sldMk cId="51495624" sldId="267"/>
            <ac:picMk id="7" creationId="{81FD59B5-A424-09F1-8BC5-F8523DEDC236}"/>
          </ac:picMkLst>
        </pc:picChg>
      </pc:sldChg>
      <pc:sldChg chg="addSp modSp new mod">
        <pc:chgData name="Paul Kwaku Larbi Anderson" userId="68a08b9e66d5d016" providerId="LiveId" clId="{433DCE2B-3408-4240-AE51-36394CB63D66}" dt="2026-07-11T05:17:55.400" v="2605" actId="22"/>
        <pc:sldMkLst>
          <pc:docMk/>
          <pc:sldMk cId="829115302" sldId="268"/>
        </pc:sldMkLst>
        <pc:spChg chg="add mod">
          <ac:chgData name="Paul Kwaku Larbi Anderson" userId="68a08b9e66d5d016" providerId="LiveId" clId="{433DCE2B-3408-4240-AE51-36394CB63D66}" dt="2026-07-10T17:38:05.318" v="849" actId="1076"/>
          <ac:spMkLst>
            <pc:docMk/>
            <pc:sldMk cId="829115302" sldId="268"/>
            <ac:spMk id="3" creationId="{D90E7ED8-7E33-BC31-E19E-0C312236EFD7}"/>
          </ac:spMkLst>
        </pc:spChg>
        <pc:spChg chg="add">
          <ac:chgData name="Paul Kwaku Larbi Anderson" userId="68a08b9e66d5d016" providerId="LiveId" clId="{433DCE2B-3408-4240-AE51-36394CB63D66}" dt="2026-07-11T05:17:55.400" v="2605" actId="22"/>
          <ac:spMkLst>
            <pc:docMk/>
            <pc:sldMk cId="829115302" sldId="268"/>
            <ac:spMk id="4" creationId="{A1CCF1C8-D5CF-E182-E10B-F9C0B9882961}"/>
          </ac:spMkLst>
        </pc:spChg>
        <pc:spChg chg="add mod">
          <ac:chgData name="Paul Kwaku Larbi Anderson" userId="68a08b9e66d5d016" providerId="LiveId" clId="{433DCE2B-3408-4240-AE51-36394CB63D66}" dt="2026-07-10T17:37:59.792" v="848" actId="1076"/>
          <ac:spMkLst>
            <pc:docMk/>
            <pc:sldMk cId="829115302" sldId="268"/>
            <ac:spMk id="5" creationId="{6ED7C6EB-26E3-905A-3576-BD4292138E5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7378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958327" y="556081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EDUMATCH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 flipV="1">
            <a:off x="1097279" y="2502086"/>
            <a:ext cx="10460311" cy="19309"/>
          </a:xfrm>
          <a:prstGeom prst="line">
            <a:avLst/>
          </a:prstGeom>
          <a:noFill/>
          <a:ln w="31750">
            <a:solidFill>
              <a:srgbClr val="C159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923239" y="3044323"/>
            <a:ext cx="8778240" cy="3673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educational performance metric with local regulatory knowledge bases using machine learning and RAG architecture.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080252" y="52731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PAUL KWAKU LARBI ANDERSON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D342B9-6122-5358-7284-53DE571DC698}"/>
              </a:ext>
            </a:extLst>
          </p:cNvPr>
          <p:cNvSpPr txBox="1"/>
          <p:nvPr/>
        </p:nvSpPr>
        <p:spPr>
          <a:xfrm>
            <a:off x="958327" y="3953883"/>
            <a:ext cx="89055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</a:t>
            </a:r>
            <a:r>
              <a:rPr lang="en-DE" sz="2000" i="1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Pandas, NumPy, Scikit-Learn (Random Forest, K-Means, Standard</a:t>
            </a:r>
            <a:r>
              <a:rPr lang="en-US" sz="2000" i="1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DE" sz="2000" i="1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Scaler), Matplotlib, Seaborn</a:t>
            </a:r>
            <a:r>
              <a:rPr lang="en-US" sz="2000" i="1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LLMS, </a:t>
            </a:r>
            <a:r>
              <a:rPr lang="en-US" sz="2000" i="1" dirty="0" err="1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DE" sz="2000" i="1" dirty="0">
              <a:solidFill>
                <a:srgbClr val="8FA6C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E579D9-B930-C086-7348-3B57D2078FAA}"/>
              </a:ext>
            </a:extLst>
          </p:cNvPr>
          <p:cNvSpPr txBox="1"/>
          <p:nvPr/>
        </p:nvSpPr>
        <p:spPr>
          <a:xfrm>
            <a:off x="958327" y="1421240"/>
            <a:ext cx="1067786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3200" dirty="0">
                <a:solidFill>
                  <a:schemeClr val="bg1"/>
                </a:solidFill>
              </a:rPr>
              <a:t>Predictive </a:t>
            </a:r>
            <a:r>
              <a:rPr lang="en-DE" sz="3200" dirty="0" err="1">
                <a:solidFill>
                  <a:schemeClr val="bg1"/>
                </a:solidFill>
              </a:rPr>
              <a:t>Modeling</a:t>
            </a:r>
            <a:r>
              <a:rPr lang="en-DE" sz="3200" dirty="0">
                <a:solidFill>
                  <a:schemeClr val="bg1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</a:rPr>
              <a:t>and</a:t>
            </a:r>
            <a:r>
              <a:rPr lang="en-DE" sz="3200" dirty="0">
                <a:solidFill>
                  <a:schemeClr val="bg1"/>
                </a:solidFill>
              </a:rPr>
              <a:t> Prescriptive Analytics for Early Student Retention Intervention</a:t>
            </a: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D15B4D52-0CEB-2AD0-108B-80CA51031BA2}"/>
              </a:ext>
            </a:extLst>
          </p:cNvPr>
          <p:cNvSpPr/>
          <p:nvPr/>
        </p:nvSpPr>
        <p:spPr>
          <a:xfrm flipV="1">
            <a:off x="923239" y="3673110"/>
            <a:ext cx="10460311" cy="19309"/>
          </a:xfrm>
          <a:prstGeom prst="line">
            <a:avLst/>
          </a:prstGeom>
          <a:noFill/>
          <a:ln w="31750">
            <a:solidFill>
              <a:srgbClr val="C1592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Objective: Mitigating Early Student Attrition</a:t>
            </a:r>
            <a:endParaRPr lang="en-US" sz="30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2858872-F1A4-8A48-E756-253F78F0EA68}"/>
              </a:ext>
            </a:extLst>
          </p:cNvPr>
          <p:cNvGrpSpPr/>
          <p:nvPr/>
        </p:nvGrpSpPr>
        <p:grpSpPr>
          <a:xfrm>
            <a:off x="548640" y="1600200"/>
            <a:ext cx="11064240" cy="1005840"/>
            <a:chOff x="548640" y="1600200"/>
            <a:chExt cx="11064240" cy="1005840"/>
          </a:xfrm>
        </p:grpSpPr>
        <p:sp>
          <p:nvSpPr>
            <p:cNvPr id="4" name="Shape 2"/>
            <p:cNvSpPr/>
            <p:nvPr/>
          </p:nvSpPr>
          <p:spPr>
            <a:xfrm>
              <a:off x="548640" y="1600200"/>
              <a:ext cx="11064240" cy="100584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/>
            <a:effectLst>
              <a:outerShdw blurRad="76200" dist="25400" dir="5400000" algn="bl" rotWithShape="0">
                <a:srgbClr val="1B3350">
                  <a:alpha val="12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5" name="Shape 3"/>
            <p:cNvSpPr/>
            <p:nvPr/>
          </p:nvSpPr>
          <p:spPr>
            <a:xfrm>
              <a:off x="822960" y="1801368"/>
              <a:ext cx="621792" cy="621792"/>
            </a:xfrm>
            <a:prstGeom prst="ellipse">
              <a:avLst/>
            </a:prstGeom>
            <a:solidFill>
              <a:srgbClr val="C1592E"/>
            </a:solidFill>
            <a:ln/>
          </p:spPr>
          <p:txBody>
            <a:bodyPr/>
            <a:lstStyle/>
            <a:p>
              <a:endParaRPr lang="en-DE"/>
            </a:p>
          </p:txBody>
        </p:sp>
        <p:pic>
          <p:nvPicPr>
            <p:cNvPr id="6" name="Image 0" descr="/home/claude/edumatch/icons/ic_warning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3793" y="1882201"/>
              <a:ext cx="460126" cy="460126"/>
            </a:xfrm>
            <a:prstGeom prst="rect">
              <a:avLst/>
            </a:prstGeom>
          </p:spPr>
        </p:pic>
        <p:sp>
          <p:nvSpPr>
            <p:cNvPr id="7" name="Text 4"/>
            <p:cNvSpPr/>
            <p:nvPr/>
          </p:nvSpPr>
          <p:spPr>
            <a:xfrm>
              <a:off x="1737360" y="1691640"/>
              <a:ext cx="9601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B33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Core Problem</a:t>
              </a:r>
              <a:endParaRPr lang="en-US" sz="20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1737360" y="2020824"/>
              <a:ext cx="9692640" cy="5486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B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Higher education institutions face severe drop-out rates during the first two semesters of undergraduate study</a:t>
              </a:r>
              <a:r>
                <a:rPr lang="en-US" sz="1250" dirty="0">
                  <a:solidFill>
                    <a:srgbClr val="1B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  <a:endParaRPr lang="en-US" sz="125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EE8F858-18AE-53E3-B57A-4346A329DEED}"/>
              </a:ext>
            </a:extLst>
          </p:cNvPr>
          <p:cNvGrpSpPr/>
          <p:nvPr/>
        </p:nvGrpSpPr>
        <p:grpSpPr>
          <a:xfrm>
            <a:off x="563880" y="3004403"/>
            <a:ext cx="11064240" cy="1005840"/>
            <a:chOff x="548640" y="2770632"/>
            <a:chExt cx="11064240" cy="1005840"/>
          </a:xfrm>
        </p:grpSpPr>
        <p:sp>
          <p:nvSpPr>
            <p:cNvPr id="9" name="Shape 6"/>
            <p:cNvSpPr/>
            <p:nvPr/>
          </p:nvSpPr>
          <p:spPr>
            <a:xfrm>
              <a:off x="548640" y="2770632"/>
              <a:ext cx="11064240" cy="100584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/>
            <a:effectLst>
              <a:outerShdw blurRad="76200" dist="25400" dir="5400000" algn="bl" rotWithShape="0">
                <a:srgbClr val="1B3350">
                  <a:alpha val="12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10" name="Shape 7"/>
            <p:cNvSpPr/>
            <p:nvPr/>
          </p:nvSpPr>
          <p:spPr>
            <a:xfrm>
              <a:off x="822960" y="2971800"/>
              <a:ext cx="621792" cy="621792"/>
            </a:xfrm>
            <a:prstGeom prst="ellipse">
              <a:avLst/>
            </a:prstGeom>
            <a:solidFill>
              <a:srgbClr val="3E6B96"/>
            </a:solidFill>
            <a:ln/>
          </p:spPr>
          <p:txBody>
            <a:bodyPr/>
            <a:lstStyle/>
            <a:p>
              <a:endParaRPr lang="en-DE"/>
            </a:p>
          </p:txBody>
        </p:sp>
        <p:pic>
          <p:nvPicPr>
            <p:cNvPr id="11" name="Image 1" descr="/home/claude/edumatch/icons/ic_cogs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3793" y="3052633"/>
              <a:ext cx="460126" cy="460126"/>
            </a:xfrm>
            <a:prstGeom prst="rect">
              <a:avLst/>
            </a:prstGeom>
          </p:spPr>
        </p:pic>
        <p:sp>
          <p:nvSpPr>
            <p:cNvPr id="12" name="Text 8"/>
            <p:cNvSpPr/>
            <p:nvPr/>
          </p:nvSpPr>
          <p:spPr>
            <a:xfrm>
              <a:off x="1737360" y="2862072"/>
              <a:ext cx="9601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B33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Systemic Challenge</a:t>
              </a:r>
              <a:endParaRPr lang="en-US" sz="2000" dirty="0"/>
            </a:p>
          </p:txBody>
        </p:sp>
        <p:sp>
          <p:nvSpPr>
            <p:cNvPr id="13" name="Text 9"/>
            <p:cNvSpPr/>
            <p:nvPr/>
          </p:nvSpPr>
          <p:spPr>
            <a:xfrm>
              <a:off x="1737360" y="3191256"/>
              <a:ext cx="9692640" cy="5486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B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Traditional intervention models react to student failures — registration anomalies or failing grades — rather than acting preemptively.</a:t>
              </a:r>
              <a:endParaRPr lang="en-US" sz="1600" dirty="0"/>
            </a:p>
          </p:txBody>
        </p:sp>
      </p:grpSp>
      <p:sp>
        <p:nvSpPr>
          <p:cNvPr id="24" name="Text 18"/>
          <p:cNvSpPr/>
          <p:nvPr/>
        </p:nvSpPr>
        <p:spPr>
          <a:xfrm>
            <a:off x="457200" y="6113721"/>
            <a:ext cx="8229600" cy="2870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| </a:t>
            </a:r>
            <a:r>
              <a:rPr lang="en-DE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 Kwaku Larbi Anderson | WBS </a:t>
            </a:r>
            <a:endParaRPr lang="en-DE" sz="1200" i="1" dirty="0">
              <a:solidFill>
                <a:srgbClr val="5B6B7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1136599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4D1E1E8-187F-12BB-26B7-1C6BBF416A50}"/>
              </a:ext>
            </a:extLst>
          </p:cNvPr>
          <p:cNvGrpSpPr/>
          <p:nvPr/>
        </p:nvGrpSpPr>
        <p:grpSpPr>
          <a:xfrm>
            <a:off x="594360" y="4352544"/>
            <a:ext cx="11064240" cy="1005840"/>
            <a:chOff x="548640" y="3941064"/>
            <a:chExt cx="11064240" cy="1005840"/>
          </a:xfrm>
        </p:grpSpPr>
        <p:sp>
          <p:nvSpPr>
            <p:cNvPr id="14" name="Shape 10"/>
            <p:cNvSpPr/>
            <p:nvPr/>
          </p:nvSpPr>
          <p:spPr>
            <a:xfrm>
              <a:off x="548640" y="3941064"/>
              <a:ext cx="11064240" cy="100584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/>
            <a:effectLst>
              <a:outerShdw blurRad="76200" dist="25400" dir="5400000" algn="bl" rotWithShape="0">
                <a:srgbClr val="1B3350">
                  <a:alpha val="12000"/>
                </a:srgbClr>
              </a:outerShdw>
            </a:effectLst>
          </p:spPr>
          <p:txBody>
            <a:bodyPr/>
            <a:lstStyle/>
            <a:p>
              <a:endParaRPr lang="en-DE" dirty="0"/>
            </a:p>
          </p:txBody>
        </p:sp>
        <p:sp>
          <p:nvSpPr>
            <p:cNvPr id="17" name="Text 12"/>
            <p:cNvSpPr/>
            <p:nvPr/>
          </p:nvSpPr>
          <p:spPr>
            <a:xfrm>
              <a:off x="1737360" y="4032504"/>
              <a:ext cx="9601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B33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Action Pathway</a:t>
              </a:r>
              <a:endParaRPr lang="en-US" sz="2000" dirty="0"/>
            </a:p>
          </p:txBody>
        </p:sp>
        <p:sp>
          <p:nvSpPr>
            <p:cNvPr id="18" name="Text 13"/>
            <p:cNvSpPr/>
            <p:nvPr/>
          </p:nvSpPr>
          <p:spPr>
            <a:xfrm>
              <a:off x="1737360" y="4361688"/>
              <a:ext cx="9692640" cy="5486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B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This project constructs an end-to-end predictive pipeline to identify ‘at-risk’ students from baseline demographics, socioeconomic stressors, and initial academic trajectory.</a:t>
              </a:r>
              <a:endParaRPr lang="en-US" sz="1600" dirty="0"/>
            </a:p>
          </p:txBody>
        </p:sp>
        <p:pic>
          <p:nvPicPr>
            <p:cNvPr id="27" name="Image 3" descr="/home/claude/edumatch/icons/ic_route.png">
              <a:extLst>
                <a:ext uri="{FF2B5EF4-FFF2-40B4-BE49-F238E27FC236}">
                  <a16:creationId xmlns:a16="http://schemas.microsoft.com/office/drawing/2014/main" id="{6C50C8FA-CD85-A55E-7D5F-66A68D4CC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3793" y="4176251"/>
              <a:ext cx="540959" cy="534253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80260" y="924599"/>
            <a:ext cx="873172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Alignment: Portugal Dataset to German RAG Engine</a:t>
            </a:r>
            <a:endParaRPr lang="en-US" sz="24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A4627B3-67CB-61DE-E9AA-05002482E145}"/>
              </a:ext>
            </a:extLst>
          </p:cNvPr>
          <p:cNvGrpSpPr/>
          <p:nvPr/>
        </p:nvGrpSpPr>
        <p:grpSpPr>
          <a:xfrm>
            <a:off x="548640" y="1417319"/>
            <a:ext cx="3803904" cy="1800127"/>
            <a:chOff x="548640" y="1417320"/>
            <a:chExt cx="3803904" cy="1783080"/>
          </a:xfrm>
        </p:grpSpPr>
        <p:sp>
          <p:nvSpPr>
            <p:cNvPr id="3" name="Shape 1"/>
            <p:cNvSpPr/>
            <p:nvPr/>
          </p:nvSpPr>
          <p:spPr>
            <a:xfrm>
              <a:off x="548640" y="1417320"/>
              <a:ext cx="3063240" cy="1783080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12700">
              <a:solidFill>
                <a:srgbClr val="DCE3EA"/>
              </a:solidFill>
              <a:prstDash val="solid"/>
            </a:ln>
            <a:effectLst>
              <a:outerShdw blurRad="76200" dist="25400" dir="5400000" algn="bl" rotWithShape="0">
                <a:srgbClr val="1B3350">
                  <a:alpha val="10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pic>
          <p:nvPicPr>
            <p:cNvPr id="5" name="Image 0" descr="/home/claude/edumatch/icons/ic_databas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0392" y="1531675"/>
              <a:ext cx="733859" cy="607486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1553200" y="1652078"/>
              <a:ext cx="1651772" cy="40440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B33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Portugal Dataset</a:t>
              </a:r>
            </a:p>
            <a:p>
              <a:pPr marL="0" indent="0" algn="ctr">
                <a:buNone/>
              </a:pPr>
              <a:r>
                <a:rPr lang="en-US" sz="1600" b="1" dirty="0">
                  <a:solidFill>
                    <a:srgbClr val="1B33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(Kaggle- CSV)</a:t>
              </a:r>
              <a:endParaRPr lang="en-US" sz="16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804672" y="2265867"/>
              <a:ext cx="2660904" cy="84086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B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4,424-row quantitative training core tracking undergraduate journeys at the Polytechnic Institute of Portalegre.</a:t>
              </a:r>
              <a:endParaRPr lang="en-US" sz="1400" dirty="0"/>
            </a:p>
          </p:txBody>
        </p:sp>
        <p:sp>
          <p:nvSpPr>
            <p:cNvPr id="18" name="Shape 13"/>
            <p:cNvSpPr/>
            <p:nvPr/>
          </p:nvSpPr>
          <p:spPr>
            <a:xfrm>
              <a:off x="3666744" y="2199132"/>
              <a:ext cx="685800" cy="219456"/>
            </a:xfrm>
            <a:prstGeom prst="rightArrow">
              <a:avLst/>
            </a:prstGeom>
            <a:solidFill>
              <a:schemeClr val="tx1"/>
            </a:solidFill>
            <a:ln/>
          </p:spPr>
          <p:txBody>
            <a:bodyPr/>
            <a:lstStyle/>
            <a:p>
              <a:endParaRPr lang="en-DE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D82781B-99A3-B6B0-4891-A30ED646DECB}"/>
              </a:ext>
            </a:extLst>
          </p:cNvPr>
          <p:cNvGrpSpPr/>
          <p:nvPr/>
        </p:nvGrpSpPr>
        <p:grpSpPr>
          <a:xfrm>
            <a:off x="4407408" y="1417320"/>
            <a:ext cx="3803904" cy="1800126"/>
            <a:chOff x="4407408" y="1417320"/>
            <a:chExt cx="3803904" cy="1783080"/>
          </a:xfrm>
        </p:grpSpPr>
        <p:sp>
          <p:nvSpPr>
            <p:cNvPr id="8" name="Shape 5"/>
            <p:cNvSpPr/>
            <p:nvPr/>
          </p:nvSpPr>
          <p:spPr>
            <a:xfrm>
              <a:off x="4407408" y="1417320"/>
              <a:ext cx="3063240" cy="1783080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12700">
              <a:solidFill>
                <a:srgbClr val="DCE3EA"/>
              </a:solidFill>
              <a:prstDash val="solid"/>
            </a:ln>
            <a:effectLst>
              <a:outerShdw blurRad="76200" dist="25400" dir="5400000" algn="bl" rotWithShape="0">
                <a:srgbClr val="1B3350">
                  <a:alpha val="10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pic>
          <p:nvPicPr>
            <p:cNvPr id="10" name="Image 1" descr="/home/claude/edumatch/icons/ic_glob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08575" y="1511640"/>
              <a:ext cx="762365" cy="669873"/>
            </a:xfrm>
            <a:prstGeom prst="rect">
              <a:avLst/>
            </a:prstGeom>
          </p:spPr>
        </p:pic>
        <p:sp>
          <p:nvSpPr>
            <p:cNvPr id="11" name="Text 7"/>
            <p:cNvSpPr/>
            <p:nvPr/>
          </p:nvSpPr>
          <p:spPr>
            <a:xfrm>
              <a:off x="5370941" y="1611708"/>
              <a:ext cx="1649514" cy="28490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B33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Bologna Process</a:t>
              </a:r>
              <a:endParaRPr lang="en-US" sz="1600" dirty="0"/>
            </a:p>
          </p:txBody>
        </p:sp>
        <p:sp>
          <p:nvSpPr>
            <p:cNvPr id="12" name="Text 8"/>
            <p:cNvSpPr/>
            <p:nvPr/>
          </p:nvSpPr>
          <p:spPr>
            <a:xfrm>
              <a:off x="4608576" y="2370103"/>
              <a:ext cx="2660904" cy="6035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B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Standardized ECTS credit accumulation, equivalent winter/summer semesters, and matching grading metrics enable domain transferability.</a:t>
              </a:r>
              <a:endParaRPr lang="en-US" sz="1400" dirty="0"/>
            </a:p>
          </p:txBody>
        </p:sp>
        <p:sp>
          <p:nvSpPr>
            <p:cNvPr id="19" name="Shape 14"/>
            <p:cNvSpPr/>
            <p:nvPr/>
          </p:nvSpPr>
          <p:spPr>
            <a:xfrm>
              <a:off x="7525512" y="2199132"/>
              <a:ext cx="685800" cy="219456"/>
            </a:xfrm>
            <a:prstGeom prst="rightArrow">
              <a:avLst/>
            </a:prstGeom>
            <a:solidFill>
              <a:schemeClr val="tx1"/>
            </a:solidFill>
            <a:ln/>
          </p:spPr>
          <p:txBody>
            <a:bodyPr/>
            <a:lstStyle/>
            <a:p>
              <a:endParaRPr lang="en-DE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FEDA405-4403-D666-E888-E2CA4850D6A9}"/>
              </a:ext>
            </a:extLst>
          </p:cNvPr>
          <p:cNvGrpSpPr/>
          <p:nvPr/>
        </p:nvGrpSpPr>
        <p:grpSpPr>
          <a:xfrm>
            <a:off x="576072" y="3420375"/>
            <a:ext cx="10789920" cy="1011492"/>
            <a:chOff x="548640" y="3888007"/>
            <a:chExt cx="10789920" cy="1011492"/>
          </a:xfrm>
        </p:grpSpPr>
        <p:sp>
          <p:nvSpPr>
            <p:cNvPr id="20" name="Text 15"/>
            <p:cNvSpPr/>
            <p:nvPr/>
          </p:nvSpPr>
          <p:spPr>
            <a:xfrm>
              <a:off x="576072" y="3888007"/>
              <a:ext cx="7315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B33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Harmonization Strategy</a:t>
              </a:r>
              <a:endParaRPr lang="en-US" sz="1600" dirty="0"/>
            </a:p>
          </p:txBody>
        </p:sp>
        <p:sp>
          <p:nvSpPr>
            <p:cNvPr id="21" name="Text 16"/>
            <p:cNvSpPr/>
            <p:nvPr/>
          </p:nvSpPr>
          <p:spPr>
            <a:xfrm>
              <a:off x="548640" y="4195411"/>
              <a:ext cx="10789920" cy="70408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400" dirty="0">
                  <a:solidFill>
                    <a:srgbClr val="1B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Though trained on Portuguese behavioral features and applied to German rules, both institutions operate under the European Bologna Process. </a:t>
              </a:r>
              <a:r>
                <a:rPr lang="en-US" sz="1400" b="1" i="1" dirty="0">
                  <a:solidFill>
                    <a:srgbClr val="1B33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Unified ECTS benchmarks and matching semester structures allow robust domain transferability</a:t>
              </a:r>
              <a:r>
                <a:rPr lang="en-US" sz="1400" dirty="0">
                  <a:solidFill>
                    <a:srgbClr val="1B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between the two academic systems.</a:t>
              </a:r>
              <a:endParaRPr lang="en-US" sz="14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85EFCBD-AE96-B3B4-AE49-5F89714E4FF5}"/>
              </a:ext>
            </a:extLst>
          </p:cNvPr>
          <p:cNvGrpSpPr/>
          <p:nvPr/>
        </p:nvGrpSpPr>
        <p:grpSpPr>
          <a:xfrm>
            <a:off x="548640" y="4658013"/>
            <a:ext cx="10789920" cy="868680"/>
            <a:chOff x="548640" y="5257800"/>
            <a:chExt cx="10789920" cy="868680"/>
          </a:xfrm>
        </p:grpSpPr>
        <p:sp>
          <p:nvSpPr>
            <p:cNvPr id="22" name="Shape 17"/>
            <p:cNvSpPr/>
            <p:nvPr/>
          </p:nvSpPr>
          <p:spPr>
            <a:xfrm>
              <a:off x="548640" y="5257800"/>
              <a:ext cx="10789920" cy="868680"/>
            </a:xfrm>
            <a:prstGeom prst="roundRect">
              <a:avLst>
                <a:gd name="adj" fmla="val 8421"/>
              </a:avLst>
            </a:prstGeom>
            <a:solidFill>
              <a:srgbClr val="1B3350"/>
            </a:solidFill>
            <a:ln/>
          </p:spPr>
          <p:txBody>
            <a:bodyPr/>
            <a:lstStyle/>
            <a:p>
              <a:endParaRPr lang="en-DE"/>
            </a:p>
          </p:txBody>
        </p:sp>
        <p:sp>
          <p:nvSpPr>
            <p:cNvPr id="23" name="Text 18"/>
            <p:cNvSpPr/>
            <p:nvPr/>
          </p:nvSpPr>
          <p:spPr>
            <a:xfrm>
              <a:off x="822960" y="5257800"/>
              <a:ext cx="10241280" cy="868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C159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Unified Features:  </a:t>
              </a:r>
              <a:r>
                <a:rPr lang="en-US" sz="24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ECTS credit accumulation  •  equivalent winter/summer semester divisions • matching baseline grading metrics</a:t>
              </a:r>
              <a:endParaRPr lang="en-US" sz="2400" dirty="0"/>
            </a:p>
          </p:txBody>
        </p:sp>
      </p:grpSp>
      <p:sp>
        <p:nvSpPr>
          <p:cNvPr id="25" name="Text 20"/>
          <p:cNvSpPr/>
          <p:nvPr/>
        </p:nvSpPr>
        <p:spPr>
          <a:xfrm>
            <a:off x="1136599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Text 0">
            <a:extLst>
              <a:ext uri="{FF2B5EF4-FFF2-40B4-BE49-F238E27FC236}">
                <a16:creationId xmlns:a16="http://schemas.microsoft.com/office/drawing/2014/main" id="{F94AC173-6109-1098-7388-1BA822FE34C0}"/>
              </a:ext>
            </a:extLst>
          </p:cNvPr>
          <p:cNvSpPr/>
          <p:nvPr/>
        </p:nvSpPr>
        <p:spPr>
          <a:xfrm>
            <a:off x="604784" y="260604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Database:   Ingestion and Exploration </a:t>
            </a:r>
            <a:endParaRPr lang="en-US" sz="36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2D60DA7-6270-E53F-9BD7-84F4322937FA}"/>
              </a:ext>
            </a:extLst>
          </p:cNvPr>
          <p:cNvGrpSpPr/>
          <p:nvPr/>
        </p:nvGrpSpPr>
        <p:grpSpPr>
          <a:xfrm>
            <a:off x="8211312" y="1417320"/>
            <a:ext cx="3432049" cy="1783080"/>
            <a:chOff x="8415528" y="1450669"/>
            <a:chExt cx="3176017" cy="1783080"/>
          </a:xfrm>
        </p:grpSpPr>
        <p:sp>
          <p:nvSpPr>
            <p:cNvPr id="13" name="Shape 9"/>
            <p:cNvSpPr/>
            <p:nvPr/>
          </p:nvSpPr>
          <p:spPr>
            <a:xfrm>
              <a:off x="8415528" y="1450669"/>
              <a:ext cx="3063240" cy="1783080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12700">
              <a:solidFill>
                <a:srgbClr val="DCE3EA"/>
              </a:solidFill>
              <a:prstDash val="solid"/>
            </a:ln>
            <a:effectLst>
              <a:outerShdw blurRad="76200" dist="25400" dir="5400000" algn="bl" rotWithShape="0">
                <a:srgbClr val="1B3350">
                  <a:alpha val="10000"/>
                </a:srgbClr>
              </a:outerShdw>
            </a:effectLst>
          </p:spPr>
          <p:txBody>
            <a:bodyPr/>
            <a:lstStyle/>
            <a:p>
              <a:endParaRPr lang="en-DE" dirty="0"/>
            </a:p>
          </p:txBody>
        </p:sp>
        <p:sp>
          <p:nvSpPr>
            <p:cNvPr id="16" name="Text 11"/>
            <p:cNvSpPr/>
            <p:nvPr/>
          </p:nvSpPr>
          <p:spPr>
            <a:xfrm>
              <a:off x="8744712" y="1766754"/>
              <a:ext cx="2734056" cy="32561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B33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German RAG Engine</a:t>
              </a:r>
            </a:p>
            <a:p>
              <a:pPr marL="0" indent="0" algn="ctr">
                <a:buNone/>
              </a:pPr>
              <a:r>
                <a:rPr lang="en-US" sz="1600" b="1" dirty="0">
                  <a:solidFill>
                    <a:srgbClr val="1B33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(PDF to Text)</a:t>
              </a:r>
              <a:endParaRPr lang="en-US" sz="1600" dirty="0"/>
            </a:p>
          </p:txBody>
        </p:sp>
        <p:sp>
          <p:nvSpPr>
            <p:cNvPr id="17" name="Text 12"/>
            <p:cNvSpPr/>
            <p:nvPr/>
          </p:nvSpPr>
          <p:spPr>
            <a:xfrm>
              <a:off x="8415529" y="2300367"/>
              <a:ext cx="3176016" cy="82906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B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Prescriptive layer driven by the unstructured text rules of the University of Siegen General Examination Regulations (Prüfungsordnung).</a:t>
              </a:r>
              <a:endParaRPr lang="en-US" sz="1400" dirty="0"/>
            </a:p>
          </p:txBody>
        </p:sp>
        <p:pic>
          <p:nvPicPr>
            <p:cNvPr id="15" name="Image 2" descr="/home/claude/edumatch/icons/ic_landmark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81121" y="1566115"/>
              <a:ext cx="658367" cy="658367"/>
            </a:xfrm>
            <a:prstGeom prst="rect">
              <a:avLst/>
            </a:prstGeom>
          </p:spPr>
        </p:pic>
      </p:grpSp>
      <p:sp>
        <p:nvSpPr>
          <p:cNvPr id="31" name="Text 18">
            <a:extLst>
              <a:ext uri="{FF2B5EF4-FFF2-40B4-BE49-F238E27FC236}">
                <a16:creationId xmlns:a16="http://schemas.microsoft.com/office/drawing/2014/main" id="{A866C885-EBF1-2199-E7F2-9D8F7D01DE6A}"/>
              </a:ext>
            </a:extLst>
          </p:cNvPr>
          <p:cNvSpPr/>
          <p:nvPr/>
        </p:nvSpPr>
        <p:spPr>
          <a:xfrm>
            <a:off x="457200" y="6323820"/>
            <a:ext cx="8229600" cy="2870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| </a:t>
            </a:r>
            <a:r>
              <a:rPr lang="en-DE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 Kwaku Larbi Anderson | WBS </a:t>
            </a:r>
            <a:endParaRPr lang="en-DE" sz="1200" i="1" dirty="0">
              <a:solidFill>
                <a:srgbClr val="5B6B7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162013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Data Visualization Images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817731" y="806197"/>
            <a:ext cx="7586151" cy="2870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EDA, model driver, and validation charts underpinning the EduMatch pipeline</a:t>
            </a:r>
            <a:endParaRPr lang="en-US" b="1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F042E95-8682-87B7-C1DA-DE2F8C49980A}"/>
              </a:ext>
            </a:extLst>
          </p:cNvPr>
          <p:cNvGrpSpPr/>
          <p:nvPr/>
        </p:nvGrpSpPr>
        <p:grpSpPr>
          <a:xfrm>
            <a:off x="457200" y="1140131"/>
            <a:ext cx="11024439" cy="5031858"/>
            <a:chOff x="457200" y="1280160"/>
            <a:chExt cx="11274552" cy="5074920"/>
          </a:xfrm>
        </p:grpSpPr>
        <p:sp>
          <p:nvSpPr>
            <p:cNvPr id="4" name="Shape 2"/>
            <p:cNvSpPr/>
            <p:nvPr/>
          </p:nvSpPr>
          <p:spPr>
            <a:xfrm>
              <a:off x="457200" y="1280160"/>
              <a:ext cx="3624072" cy="2436876"/>
            </a:xfrm>
            <a:prstGeom prst="roundRect">
              <a:avLst>
                <a:gd name="adj" fmla="val 2251"/>
              </a:avLst>
            </a:prstGeom>
            <a:solidFill>
              <a:srgbClr val="FFFFFF"/>
            </a:solidFill>
            <a:ln w="12700">
              <a:solidFill>
                <a:srgbClr val="DCE3EA"/>
              </a:solidFill>
              <a:prstDash val="solid"/>
            </a:ln>
            <a:effectLst>
              <a:outerShdw blurRad="63500" dist="25400" dir="5400000" algn="bl" rotWithShape="0">
                <a:srgbClr val="1B3350">
                  <a:alpha val="10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pic>
          <p:nvPicPr>
            <p:cNvPr id="5" name="Image 0" descr="/mnt/user-data/uploads/1783667089358_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640" y="1663937"/>
              <a:ext cx="3441192" cy="1358426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530352" y="3332988"/>
              <a:ext cx="3477768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i="1" dirty="0">
                  <a:solidFill>
                    <a:srgbClr val="1B33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Target Variable Audit &amp; ECTS vs. Risk Grouping</a:t>
              </a:r>
              <a:endParaRPr lang="en-US" sz="950" dirty="0"/>
            </a:p>
          </p:txBody>
        </p:sp>
        <p:sp>
          <p:nvSpPr>
            <p:cNvPr id="7" name="Shape 4"/>
            <p:cNvSpPr/>
            <p:nvPr/>
          </p:nvSpPr>
          <p:spPr>
            <a:xfrm>
              <a:off x="4282440" y="1280160"/>
              <a:ext cx="3624072" cy="2436876"/>
            </a:xfrm>
            <a:prstGeom prst="roundRect">
              <a:avLst>
                <a:gd name="adj" fmla="val 2251"/>
              </a:avLst>
            </a:prstGeom>
            <a:solidFill>
              <a:srgbClr val="FFFFFF"/>
            </a:solidFill>
            <a:ln w="12700">
              <a:solidFill>
                <a:srgbClr val="DCE3EA"/>
              </a:solidFill>
              <a:prstDash val="solid"/>
            </a:ln>
            <a:effectLst>
              <a:outerShdw blurRad="63500" dist="25400" dir="5400000" algn="bl" rotWithShape="0">
                <a:srgbClr val="1B3350">
                  <a:alpha val="10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pic>
          <p:nvPicPr>
            <p:cNvPr id="8" name="Image 1" descr="/mnt/user-data/uploads/1783667108700_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73880" y="1678233"/>
              <a:ext cx="3441192" cy="1329833"/>
            </a:xfrm>
            <a:prstGeom prst="rect">
              <a:avLst/>
            </a:prstGeom>
          </p:spPr>
        </p:pic>
        <p:sp>
          <p:nvSpPr>
            <p:cNvPr id="9" name="Text 5"/>
            <p:cNvSpPr/>
            <p:nvPr/>
          </p:nvSpPr>
          <p:spPr>
            <a:xfrm>
              <a:off x="4355592" y="3332988"/>
              <a:ext cx="3477768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i="1" dirty="0">
                  <a:solidFill>
                    <a:srgbClr val="1B33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De-Registration Rate by Employment &amp; BAföG Status</a:t>
              </a:r>
              <a:endParaRPr lang="en-US" sz="950" dirty="0"/>
            </a:p>
          </p:txBody>
        </p:sp>
        <p:sp>
          <p:nvSpPr>
            <p:cNvPr id="10" name="Shape 6"/>
            <p:cNvSpPr/>
            <p:nvPr/>
          </p:nvSpPr>
          <p:spPr>
            <a:xfrm>
              <a:off x="8107680" y="1280160"/>
              <a:ext cx="3624072" cy="2436876"/>
            </a:xfrm>
            <a:prstGeom prst="roundRect">
              <a:avLst>
                <a:gd name="adj" fmla="val 2251"/>
              </a:avLst>
            </a:prstGeom>
            <a:solidFill>
              <a:srgbClr val="FFFFFF"/>
            </a:solidFill>
            <a:ln w="12700">
              <a:solidFill>
                <a:srgbClr val="DCE3EA"/>
              </a:solidFill>
              <a:prstDash val="solid"/>
            </a:ln>
            <a:effectLst>
              <a:outerShdw blurRad="63500" dist="25400" dir="5400000" algn="bl" rotWithShape="0">
                <a:srgbClr val="1B3350">
                  <a:alpha val="10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pic>
          <p:nvPicPr>
            <p:cNvPr id="11" name="Image 2" descr="/mnt/user-data/uploads/1783667133858_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03486" y="1353312"/>
              <a:ext cx="2432461" cy="1979676"/>
            </a:xfrm>
            <a:prstGeom prst="rect">
              <a:avLst/>
            </a:prstGeom>
          </p:spPr>
        </p:pic>
        <p:sp>
          <p:nvSpPr>
            <p:cNvPr id="12" name="Text 7"/>
            <p:cNvSpPr/>
            <p:nvPr/>
          </p:nvSpPr>
          <p:spPr>
            <a:xfrm>
              <a:off x="8180832" y="3332988"/>
              <a:ext cx="3477768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i="1" dirty="0">
                  <a:solidFill>
                    <a:srgbClr val="1B33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Correlation Matrix — Institutional Features</a:t>
              </a:r>
              <a:endParaRPr lang="en-US" sz="950" dirty="0"/>
            </a:p>
          </p:txBody>
        </p:sp>
        <p:sp>
          <p:nvSpPr>
            <p:cNvPr id="13" name="Shape 8"/>
            <p:cNvSpPr/>
            <p:nvPr/>
          </p:nvSpPr>
          <p:spPr>
            <a:xfrm>
              <a:off x="457200" y="3918204"/>
              <a:ext cx="3624072" cy="2436876"/>
            </a:xfrm>
            <a:prstGeom prst="roundRect">
              <a:avLst>
                <a:gd name="adj" fmla="val 2251"/>
              </a:avLst>
            </a:prstGeom>
            <a:solidFill>
              <a:srgbClr val="FFFFFF"/>
            </a:solidFill>
            <a:ln w="12700">
              <a:solidFill>
                <a:srgbClr val="DCE3EA"/>
              </a:solidFill>
              <a:prstDash val="solid"/>
            </a:ln>
            <a:effectLst>
              <a:outerShdw blurRad="63500" dist="25400" dir="5400000" algn="bl" rotWithShape="0">
                <a:srgbClr val="1B3350">
                  <a:alpha val="10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pic>
          <p:nvPicPr>
            <p:cNvPr id="14" name="Image 3" descr="/mnt/user-data/uploads/1783667142784_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18131" y="3991356"/>
              <a:ext cx="3102210" cy="1979676"/>
            </a:xfrm>
            <a:prstGeom prst="rect">
              <a:avLst/>
            </a:prstGeom>
          </p:spPr>
        </p:pic>
        <p:sp>
          <p:nvSpPr>
            <p:cNvPr id="15" name="Text 9"/>
            <p:cNvSpPr/>
            <p:nvPr/>
          </p:nvSpPr>
          <p:spPr>
            <a:xfrm>
              <a:off x="530352" y="5971032"/>
              <a:ext cx="3477768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i="1" dirty="0">
                  <a:solidFill>
                    <a:srgbClr val="1B33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 Density Distribution by Academic Outcome</a:t>
              </a:r>
              <a:endParaRPr lang="en-US" sz="950" dirty="0"/>
            </a:p>
          </p:txBody>
        </p:sp>
        <p:sp>
          <p:nvSpPr>
            <p:cNvPr id="16" name="Shape 10"/>
            <p:cNvSpPr/>
            <p:nvPr/>
          </p:nvSpPr>
          <p:spPr>
            <a:xfrm>
              <a:off x="4282440" y="3918204"/>
              <a:ext cx="3624072" cy="2436876"/>
            </a:xfrm>
            <a:prstGeom prst="roundRect">
              <a:avLst>
                <a:gd name="adj" fmla="val 2251"/>
              </a:avLst>
            </a:prstGeom>
            <a:solidFill>
              <a:srgbClr val="FFFFFF"/>
            </a:solidFill>
            <a:ln w="12700">
              <a:solidFill>
                <a:srgbClr val="DCE3EA"/>
              </a:solidFill>
              <a:prstDash val="solid"/>
            </a:ln>
            <a:effectLst>
              <a:outerShdw blurRad="63500" dist="25400" dir="5400000" algn="bl" rotWithShape="0">
                <a:srgbClr val="1B3350">
                  <a:alpha val="10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pic>
          <p:nvPicPr>
            <p:cNvPr id="17" name="Image 4" descr="/mnt/user-data/uploads/1783667163542_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87688" y="3991356"/>
              <a:ext cx="2213576" cy="1979676"/>
            </a:xfrm>
            <a:prstGeom prst="rect">
              <a:avLst/>
            </a:prstGeom>
          </p:spPr>
        </p:pic>
        <p:sp>
          <p:nvSpPr>
            <p:cNvPr id="18" name="Text 11"/>
            <p:cNvSpPr/>
            <p:nvPr/>
          </p:nvSpPr>
          <p:spPr>
            <a:xfrm>
              <a:off x="4355592" y="5971032"/>
              <a:ext cx="3477768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i="1" dirty="0">
                  <a:solidFill>
                    <a:srgbClr val="1B33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Calibrated Confusion Matrix (Threshold-Adjusted)</a:t>
              </a:r>
              <a:endParaRPr lang="en-US" sz="950" dirty="0"/>
            </a:p>
          </p:txBody>
        </p:sp>
        <p:sp>
          <p:nvSpPr>
            <p:cNvPr id="19" name="Shape 12"/>
            <p:cNvSpPr/>
            <p:nvPr/>
          </p:nvSpPr>
          <p:spPr>
            <a:xfrm>
              <a:off x="8107680" y="3918204"/>
              <a:ext cx="3624072" cy="2436876"/>
            </a:xfrm>
            <a:prstGeom prst="roundRect">
              <a:avLst>
                <a:gd name="adj" fmla="val 2251"/>
              </a:avLst>
            </a:prstGeom>
            <a:solidFill>
              <a:srgbClr val="FFFFFF"/>
            </a:solidFill>
            <a:ln w="12700">
              <a:solidFill>
                <a:srgbClr val="DCE3EA"/>
              </a:solidFill>
              <a:prstDash val="solid"/>
            </a:ln>
            <a:effectLst>
              <a:outerShdw blurRad="63500" dist="25400" dir="5400000" algn="bl" rotWithShape="0">
                <a:srgbClr val="1B3350">
                  <a:alpha val="10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pic>
          <p:nvPicPr>
            <p:cNvPr id="20" name="Image 5" descr="/mnt/user-data/uploads/1783667173215_imag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255372" y="3991356"/>
              <a:ext cx="3328689" cy="1979676"/>
            </a:xfrm>
            <a:prstGeom prst="rect">
              <a:avLst/>
            </a:prstGeom>
          </p:spPr>
        </p:pic>
        <p:sp>
          <p:nvSpPr>
            <p:cNvPr id="21" name="Text 13"/>
            <p:cNvSpPr/>
            <p:nvPr/>
          </p:nvSpPr>
          <p:spPr>
            <a:xfrm>
              <a:off x="8180832" y="5971032"/>
              <a:ext cx="3477768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i="1" dirty="0">
                  <a:solidFill>
                    <a:srgbClr val="1B33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Model Driver Audit — Feature Importance</a:t>
              </a:r>
              <a:endParaRPr lang="en-US" sz="950" dirty="0"/>
            </a:p>
          </p:txBody>
        </p:sp>
      </p:grpSp>
      <p:sp>
        <p:nvSpPr>
          <p:cNvPr id="23" name="Text 15"/>
          <p:cNvSpPr/>
          <p:nvPr/>
        </p:nvSpPr>
        <p:spPr>
          <a:xfrm>
            <a:off x="1136599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32401C14-EECA-AB7C-8267-D62963307B85}"/>
              </a:ext>
            </a:extLst>
          </p:cNvPr>
          <p:cNvSpPr/>
          <p:nvPr/>
        </p:nvSpPr>
        <p:spPr>
          <a:xfrm>
            <a:off x="457200" y="6436312"/>
            <a:ext cx="8229600" cy="2870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| </a:t>
            </a:r>
            <a:r>
              <a:rPr lang="en-DE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 Kwaku Larbi Anderson | WBS </a:t>
            </a:r>
            <a:endParaRPr lang="en-DE" sz="1200" i="1" dirty="0">
              <a:solidFill>
                <a:srgbClr val="5B6B7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Boundary Re-Calibration and K-Means Clustering</a:t>
            </a:r>
            <a:endParaRPr lang="en-US" sz="30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2FE999D-D3CC-28E6-FDD7-2A672C45B76C}"/>
              </a:ext>
            </a:extLst>
          </p:cNvPr>
          <p:cNvGrpSpPr/>
          <p:nvPr/>
        </p:nvGrpSpPr>
        <p:grpSpPr>
          <a:xfrm>
            <a:off x="557784" y="1120731"/>
            <a:ext cx="11064240" cy="1563624"/>
            <a:chOff x="548640" y="1339596"/>
            <a:chExt cx="11064240" cy="1741932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16D1766D-FEF6-7687-187F-4CA803CF738F}"/>
                </a:ext>
              </a:extLst>
            </p:cNvPr>
            <p:cNvGrpSpPr/>
            <p:nvPr/>
          </p:nvGrpSpPr>
          <p:grpSpPr>
            <a:xfrm>
              <a:off x="548640" y="1339596"/>
              <a:ext cx="11064240" cy="1266444"/>
              <a:chOff x="539496" y="1371600"/>
              <a:chExt cx="11064240" cy="1266444"/>
            </a:xfrm>
          </p:grpSpPr>
          <p:sp>
            <p:nvSpPr>
              <p:cNvPr id="3" name="Shape 1"/>
              <p:cNvSpPr/>
              <p:nvPr/>
            </p:nvSpPr>
            <p:spPr>
              <a:xfrm>
                <a:off x="539496" y="1371600"/>
                <a:ext cx="11064240" cy="1266444"/>
              </a:xfrm>
              <a:prstGeom prst="roundRect">
                <a:avLst>
                  <a:gd name="adj" fmla="val 5806"/>
                </a:avLst>
              </a:prstGeom>
              <a:solidFill>
                <a:srgbClr val="FFFFFF"/>
              </a:solidFill>
              <a:ln/>
              <a:effectLst>
                <a:outerShdw blurRad="76200" dist="25400" dir="5400000" algn="bl" rotWithShape="0">
                  <a:srgbClr val="1B335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n-DE"/>
              </a:p>
            </p:txBody>
          </p:sp>
          <p:sp>
            <p:nvSpPr>
              <p:cNvPr id="4" name="Text 2"/>
              <p:cNvSpPr/>
              <p:nvPr/>
            </p:nvSpPr>
            <p:spPr>
              <a:xfrm>
                <a:off x="868680" y="1618488"/>
                <a:ext cx="5486400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1B335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Strategic Threshold Tuning</a:t>
                </a:r>
                <a:endParaRPr lang="en-US" sz="1600" dirty="0"/>
              </a:p>
            </p:txBody>
          </p:sp>
          <p:sp>
            <p:nvSpPr>
              <p:cNvPr id="5" name="Shape 3"/>
              <p:cNvSpPr/>
              <p:nvPr/>
            </p:nvSpPr>
            <p:spPr>
              <a:xfrm>
                <a:off x="914400" y="2331720"/>
                <a:ext cx="9601200" cy="0"/>
              </a:xfrm>
              <a:prstGeom prst="line">
                <a:avLst/>
              </a:prstGeom>
              <a:noFill/>
              <a:ln w="63500">
                <a:solidFill>
                  <a:srgbClr val="C7D0DA"/>
                </a:solidFill>
                <a:prstDash val="solid"/>
              </a:ln>
            </p:spPr>
            <p:txBody>
              <a:bodyPr/>
              <a:lstStyle/>
              <a:p>
                <a:endParaRPr lang="en-DE" dirty="0"/>
              </a:p>
            </p:txBody>
          </p:sp>
          <p:sp>
            <p:nvSpPr>
              <p:cNvPr id="6" name="Shape 4"/>
              <p:cNvSpPr/>
              <p:nvPr/>
            </p:nvSpPr>
            <p:spPr>
              <a:xfrm>
                <a:off x="914400" y="2331720"/>
                <a:ext cx="3360420" cy="0"/>
              </a:xfrm>
              <a:prstGeom prst="line">
                <a:avLst/>
              </a:prstGeom>
              <a:noFill/>
              <a:ln w="63500">
                <a:solidFill>
                  <a:srgbClr val="C1592E"/>
                </a:solidFill>
                <a:prstDash val="solid"/>
              </a:ln>
            </p:spPr>
            <p:txBody>
              <a:bodyPr/>
              <a:lstStyle/>
              <a:p>
                <a:endParaRPr lang="en-DE"/>
              </a:p>
            </p:txBody>
          </p:sp>
          <p:sp>
            <p:nvSpPr>
              <p:cNvPr id="7" name="Shape 5"/>
              <p:cNvSpPr/>
              <p:nvPr/>
            </p:nvSpPr>
            <p:spPr>
              <a:xfrm>
                <a:off x="5632704" y="2249424"/>
                <a:ext cx="164592" cy="164592"/>
              </a:xfrm>
              <a:prstGeom prst="ellipse">
                <a:avLst/>
              </a:prstGeom>
              <a:solidFill>
                <a:srgbClr val="9AA7B4"/>
              </a:solidFill>
              <a:ln w="1905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n-DE"/>
              </a:p>
            </p:txBody>
          </p:sp>
          <p:sp>
            <p:nvSpPr>
              <p:cNvPr id="8" name="Text 6"/>
              <p:cNvSpPr/>
              <p:nvPr/>
            </p:nvSpPr>
            <p:spPr>
              <a:xfrm>
                <a:off x="5074919" y="2314899"/>
                <a:ext cx="1637201" cy="30942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5B6B7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Standard 0.50</a:t>
                </a:r>
                <a:endParaRPr lang="en-US" sz="1600" b="1" dirty="0"/>
              </a:p>
            </p:txBody>
          </p:sp>
          <p:sp>
            <p:nvSpPr>
              <p:cNvPr id="9" name="Shape 7"/>
              <p:cNvSpPr/>
              <p:nvPr/>
            </p:nvSpPr>
            <p:spPr>
              <a:xfrm>
                <a:off x="4174236" y="2231136"/>
                <a:ext cx="201168" cy="201168"/>
              </a:xfrm>
              <a:prstGeom prst="ellipse">
                <a:avLst/>
              </a:prstGeom>
              <a:solidFill>
                <a:srgbClr val="C1592E"/>
              </a:solidFill>
              <a:ln w="254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n-DE"/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3634740" y="1947672"/>
                <a:ext cx="1280160" cy="2286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400" b="1" i="1" dirty="0">
                    <a:solidFill>
                      <a:srgbClr val="C1592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Proactive 0.35</a:t>
                </a:r>
                <a:endParaRPr lang="en-US" sz="1400" dirty="0"/>
              </a:p>
            </p:txBody>
          </p:sp>
        </p:grpSp>
        <p:sp>
          <p:nvSpPr>
            <p:cNvPr id="11" name="Text 9"/>
            <p:cNvSpPr/>
            <p:nvPr/>
          </p:nvSpPr>
          <p:spPr>
            <a:xfrm>
              <a:off x="914399" y="2715768"/>
              <a:ext cx="10121153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i="1" dirty="0">
                  <a:solidFill>
                    <a:srgbClr val="1B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Set a manageable margin of precision to reduce the number of missed at-risk individuals for early intervention when warning indicators appear.</a:t>
              </a:r>
              <a:endParaRPr lang="en-US" sz="1600" b="1" dirty="0"/>
            </a:p>
          </p:txBody>
        </p:sp>
      </p:grpSp>
      <p:sp>
        <p:nvSpPr>
          <p:cNvPr id="12" name="Text 10"/>
          <p:cNvSpPr/>
          <p:nvPr/>
        </p:nvSpPr>
        <p:spPr>
          <a:xfrm>
            <a:off x="548640" y="30632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Persona Profiling — K-Means Clustering of At-Risk Students</a:t>
            </a:r>
            <a:endParaRPr lang="en-US" sz="160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FBDADA9-83FA-4F6C-A663-309A93614CDF}"/>
              </a:ext>
            </a:extLst>
          </p:cNvPr>
          <p:cNvGrpSpPr/>
          <p:nvPr/>
        </p:nvGrpSpPr>
        <p:grpSpPr>
          <a:xfrm>
            <a:off x="548640" y="3520440"/>
            <a:ext cx="3520440" cy="1995213"/>
            <a:chOff x="548640" y="3520440"/>
            <a:chExt cx="3520440" cy="2606040"/>
          </a:xfrm>
        </p:grpSpPr>
        <p:sp>
          <p:nvSpPr>
            <p:cNvPr id="14" name="Shape 12"/>
            <p:cNvSpPr/>
            <p:nvPr/>
          </p:nvSpPr>
          <p:spPr>
            <a:xfrm>
              <a:off x="1997964" y="3749040"/>
              <a:ext cx="621792" cy="621792"/>
            </a:xfrm>
            <a:prstGeom prst="ellipse">
              <a:avLst/>
            </a:prstGeom>
            <a:solidFill>
              <a:srgbClr val="C1592E"/>
            </a:solidFill>
            <a:ln/>
          </p:spPr>
          <p:txBody>
            <a:bodyPr/>
            <a:lstStyle/>
            <a:p>
              <a:endParaRPr lang="en-DE"/>
            </a:p>
          </p:txBody>
        </p:sp>
        <p:sp>
          <p:nvSpPr>
            <p:cNvPr id="13" name="Shape 11"/>
            <p:cNvSpPr/>
            <p:nvPr/>
          </p:nvSpPr>
          <p:spPr>
            <a:xfrm>
              <a:off x="548640" y="3520440"/>
              <a:ext cx="3520440" cy="260604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/>
            <a:effectLst>
              <a:outerShdw blurRad="76200" dist="25400" dir="5400000" algn="bl" rotWithShape="0">
                <a:srgbClr val="1B3350">
                  <a:alpha val="12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pic>
          <p:nvPicPr>
            <p:cNvPr id="15" name="Image 0" descr="/home/claude/edumatch/icons/ic_warning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06245" y="3568148"/>
              <a:ext cx="802686" cy="802685"/>
            </a:xfrm>
            <a:prstGeom prst="rect">
              <a:avLst/>
            </a:prstGeom>
          </p:spPr>
        </p:pic>
        <p:sp>
          <p:nvSpPr>
            <p:cNvPr id="16" name="Text 13"/>
            <p:cNvSpPr/>
            <p:nvPr/>
          </p:nvSpPr>
          <p:spPr>
            <a:xfrm>
              <a:off x="731520" y="4480560"/>
              <a:ext cx="3154680" cy="5029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B33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Acute Academic Collapse</a:t>
              </a:r>
              <a:endParaRPr lang="en-US" sz="160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822960" y="4784970"/>
              <a:ext cx="3063240" cy="867357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B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Severe, fast-moving academic breakdown – requiring immediate peer-mentorship intervention.</a:t>
              </a:r>
              <a:endParaRPr lang="en-US" sz="140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7AF6963-03F0-088A-2E2F-A07FFD671985}"/>
              </a:ext>
            </a:extLst>
          </p:cNvPr>
          <p:cNvGrpSpPr/>
          <p:nvPr/>
        </p:nvGrpSpPr>
        <p:grpSpPr>
          <a:xfrm>
            <a:off x="4325112" y="3453894"/>
            <a:ext cx="3520440" cy="1995213"/>
            <a:chOff x="4325112" y="3453894"/>
            <a:chExt cx="3520440" cy="2606040"/>
          </a:xfrm>
        </p:grpSpPr>
        <p:sp>
          <p:nvSpPr>
            <p:cNvPr id="19" name="Shape 16"/>
            <p:cNvSpPr/>
            <p:nvPr/>
          </p:nvSpPr>
          <p:spPr>
            <a:xfrm>
              <a:off x="5774436" y="3749040"/>
              <a:ext cx="621792" cy="621792"/>
            </a:xfrm>
            <a:prstGeom prst="ellipse">
              <a:avLst/>
            </a:prstGeom>
            <a:solidFill>
              <a:srgbClr val="3E6B96"/>
            </a:solidFill>
            <a:ln/>
          </p:spPr>
          <p:txBody>
            <a:bodyPr/>
            <a:lstStyle/>
            <a:p>
              <a:endParaRPr lang="en-DE"/>
            </a:p>
          </p:txBody>
        </p:sp>
        <p:sp>
          <p:nvSpPr>
            <p:cNvPr id="18" name="Shape 15"/>
            <p:cNvSpPr/>
            <p:nvPr/>
          </p:nvSpPr>
          <p:spPr>
            <a:xfrm>
              <a:off x="4325112" y="3453894"/>
              <a:ext cx="3520440" cy="260604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/>
            <a:effectLst>
              <a:outerShdw blurRad="76200" dist="25400" dir="5400000" algn="bl" rotWithShape="0">
                <a:srgbClr val="1B3350">
                  <a:alpha val="12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pic>
          <p:nvPicPr>
            <p:cNvPr id="20" name="Image 1" descr="/home/claude/edumatch/icons/ic_chartlin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77840" y="3601708"/>
              <a:ext cx="621791" cy="621791"/>
            </a:xfrm>
            <a:prstGeom prst="rect">
              <a:avLst/>
            </a:prstGeom>
          </p:spPr>
        </p:pic>
        <p:sp>
          <p:nvSpPr>
            <p:cNvPr id="21" name="Text 17"/>
            <p:cNvSpPr/>
            <p:nvPr/>
          </p:nvSpPr>
          <p:spPr>
            <a:xfrm>
              <a:off x="4507992" y="4161549"/>
              <a:ext cx="3154680" cy="5029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B33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Stabilized Academic Deficit</a:t>
              </a:r>
              <a:endParaRPr lang="en-US" sz="1600" dirty="0"/>
            </a:p>
          </p:txBody>
        </p:sp>
        <p:sp>
          <p:nvSpPr>
            <p:cNvPr id="22" name="Text 18"/>
            <p:cNvSpPr/>
            <p:nvPr/>
          </p:nvSpPr>
          <p:spPr>
            <a:xfrm>
              <a:off x="4564380" y="4487385"/>
              <a:ext cx="3063240" cy="7327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B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Persistent but manageable underperformance –routed to targeted academic advisory.</a:t>
              </a:r>
              <a:endParaRPr lang="en-US" sz="1400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A2F3E49-6907-68EE-16F2-0999A28EC1EC}"/>
              </a:ext>
            </a:extLst>
          </p:cNvPr>
          <p:cNvGrpSpPr/>
          <p:nvPr/>
        </p:nvGrpSpPr>
        <p:grpSpPr>
          <a:xfrm>
            <a:off x="8101584" y="3495068"/>
            <a:ext cx="3520440" cy="1954040"/>
            <a:chOff x="8101584" y="3495068"/>
            <a:chExt cx="3520440" cy="2631413"/>
          </a:xfrm>
        </p:grpSpPr>
        <p:sp>
          <p:nvSpPr>
            <p:cNvPr id="23" name="Shape 19"/>
            <p:cNvSpPr/>
            <p:nvPr/>
          </p:nvSpPr>
          <p:spPr>
            <a:xfrm>
              <a:off x="8101584" y="3520441"/>
              <a:ext cx="3520440" cy="260604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/>
            <a:effectLst>
              <a:outerShdw blurRad="76200" dist="25400" dir="5400000" algn="bl" rotWithShape="0">
                <a:srgbClr val="1B3350">
                  <a:alpha val="12000"/>
                </a:srgbClr>
              </a:outerShdw>
            </a:effectLst>
          </p:spPr>
          <p:txBody>
            <a:bodyPr/>
            <a:lstStyle/>
            <a:p>
              <a:endParaRPr lang="en-DE" dirty="0"/>
            </a:p>
          </p:txBody>
        </p:sp>
        <p:pic>
          <p:nvPicPr>
            <p:cNvPr id="25" name="Image 2" descr="/home/claude/edumatch/icons/ic_money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486900" y="3495068"/>
              <a:ext cx="707136" cy="707136"/>
            </a:xfrm>
            <a:prstGeom prst="rect">
              <a:avLst/>
            </a:prstGeom>
          </p:spPr>
        </p:pic>
        <p:sp>
          <p:nvSpPr>
            <p:cNvPr id="26" name="Text 21"/>
            <p:cNvSpPr/>
            <p:nvPr/>
          </p:nvSpPr>
          <p:spPr>
            <a:xfrm>
              <a:off x="8570763" y="4108238"/>
              <a:ext cx="2539409" cy="5029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B33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Latent Socioeconomic Risk</a:t>
              </a:r>
              <a:endParaRPr lang="en-US" sz="1600" dirty="0"/>
            </a:p>
          </p:txBody>
        </p:sp>
        <p:sp>
          <p:nvSpPr>
            <p:cNvPr id="27" name="Text 22"/>
            <p:cNvSpPr/>
            <p:nvPr/>
          </p:nvSpPr>
          <p:spPr>
            <a:xfrm>
              <a:off x="8208335" y="4487123"/>
              <a:ext cx="3185089" cy="1301969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B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Financial stress, residential status, and accommodation stability as socio-economic impact factors –needing proactive intervention</a:t>
              </a:r>
              <a:endParaRPr lang="en-US" sz="1400" dirty="0"/>
            </a:p>
          </p:txBody>
        </p:sp>
      </p:grpSp>
      <p:sp>
        <p:nvSpPr>
          <p:cNvPr id="29" name="Text 24"/>
          <p:cNvSpPr/>
          <p:nvPr/>
        </p:nvSpPr>
        <p:spPr>
          <a:xfrm>
            <a:off x="1136599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30273449-D114-B20B-6C1D-FF4A993773C3}"/>
              </a:ext>
            </a:extLst>
          </p:cNvPr>
          <p:cNvSpPr/>
          <p:nvPr/>
        </p:nvSpPr>
        <p:spPr>
          <a:xfrm>
            <a:off x="457200" y="6323820"/>
            <a:ext cx="8229600" cy="2870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| </a:t>
            </a:r>
            <a:r>
              <a:rPr lang="en-DE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 Kwaku Larbi Anderson | WBS </a:t>
            </a:r>
            <a:endParaRPr lang="en-DE" sz="1200" i="1" dirty="0">
              <a:solidFill>
                <a:srgbClr val="5B6B7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Base Extraction and Chunking</a:t>
            </a:r>
            <a:endParaRPr lang="en-US" sz="3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9AF69BA-E14B-5A83-23FB-97ED7AB69B19}"/>
              </a:ext>
            </a:extLst>
          </p:cNvPr>
          <p:cNvGrpSpPr/>
          <p:nvPr/>
        </p:nvGrpSpPr>
        <p:grpSpPr>
          <a:xfrm>
            <a:off x="530352" y="1534496"/>
            <a:ext cx="3225440" cy="1772920"/>
            <a:chOff x="530352" y="1534496"/>
            <a:chExt cx="3225440" cy="1772920"/>
          </a:xfrm>
        </p:grpSpPr>
        <p:sp>
          <p:nvSpPr>
            <p:cNvPr id="3" name="Shape 1"/>
            <p:cNvSpPr/>
            <p:nvPr/>
          </p:nvSpPr>
          <p:spPr>
            <a:xfrm>
              <a:off x="530352" y="1534496"/>
              <a:ext cx="2743200" cy="1737360"/>
            </a:xfrm>
            <a:prstGeom prst="roundRect">
              <a:avLst>
                <a:gd name="adj" fmla="val 4737"/>
              </a:avLst>
            </a:prstGeom>
            <a:solidFill>
              <a:srgbClr val="FFFFFF"/>
            </a:solidFill>
            <a:ln w="12700">
              <a:solidFill>
                <a:srgbClr val="DCE3EA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pic>
          <p:nvPicPr>
            <p:cNvPr id="5" name="Image 0" descr="/home/claude/edumatch/icons/ic_fil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8321" y="1653600"/>
              <a:ext cx="626411" cy="626411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1171109" y="1934571"/>
              <a:ext cx="2120731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B33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Raw Regulatory Text</a:t>
              </a:r>
              <a:endParaRPr lang="en-US" sz="16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593041" y="2389085"/>
              <a:ext cx="2618248" cy="91833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B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University of Siegen examination guidelines for Bachelor’s and Master’s students (English PDF) extracted via a local text reader.</a:t>
              </a:r>
              <a:endParaRPr lang="en-US" sz="1400" dirty="0"/>
            </a:p>
          </p:txBody>
        </p:sp>
        <p:sp>
          <p:nvSpPr>
            <p:cNvPr id="8" name="Shape 5"/>
            <p:cNvSpPr/>
            <p:nvPr/>
          </p:nvSpPr>
          <p:spPr>
            <a:xfrm>
              <a:off x="3298592" y="2313432"/>
              <a:ext cx="457200" cy="219456"/>
            </a:xfrm>
            <a:prstGeom prst="rightArrow">
              <a:avLst/>
            </a:prstGeom>
            <a:solidFill>
              <a:schemeClr val="tx1"/>
            </a:solidFill>
            <a:ln/>
          </p:spPr>
          <p:txBody>
            <a:bodyPr/>
            <a:lstStyle/>
            <a:p>
              <a:endParaRPr lang="en-DE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BF74158-4DD7-7CB9-D49C-5FB508041441}"/>
              </a:ext>
            </a:extLst>
          </p:cNvPr>
          <p:cNvGrpSpPr/>
          <p:nvPr/>
        </p:nvGrpSpPr>
        <p:grpSpPr>
          <a:xfrm>
            <a:off x="3927384" y="1554480"/>
            <a:ext cx="3696430" cy="1717376"/>
            <a:chOff x="3913631" y="1554480"/>
            <a:chExt cx="3313094" cy="1737360"/>
          </a:xfrm>
        </p:grpSpPr>
        <p:sp>
          <p:nvSpPr>
            <p:cNvPr id="9" name="Shape 6"/>
            <p:cNvSpPr/>
            <p:nvPr/>
          </p:nvSpPr>
          <p:spPr>
            <a:xfrm>
              <a:off x="3913631" y="1554480"/>
              <a:ext cx="3036485" cy="1737360"/>
            </a:xfrm>
            <a:prstGeom prst="roundRect">
              <a:avLst>
                <a:gd name="adj" fmla="val 4737"/>
              </a:avLst>
            </a:prstGeom>
            <a:solidFill>
              <a:srgbClr val="FFFFFF"/>
            </a:solidFill>
            <a:ln w="12700">
              <a:solidFill>
                <a:srgbClr val="DCE3EA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pic>
          <p:nvPicPr>
            <p:cNvPr id="11" name="Image 1" descr="/home/claude/edumatch/icons/ic_cut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78224" y="1607931"/>
              <a:ext cx="621791" cy="621791"/>
            </a:xfrm>
            <a:prstGeom prst="rect">
              <a:avLst/>
            </a:prstGeom>
          </p:spPr>
        </p:pic>
        <p:sp>
          <p:nvSpPr>
            <p:cNvPr id="12" name="Text 8"/>
            <p:cNvSpPr/>
            <p:nvPr/>
          </p:nvSpPr>
          <p:spPr>
            <a:xfrm>
              <a:off x="4624832" y="1764223"/>
              <a:ext cx="2144694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B33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Contextual Fragmentation</a:t>
              </a:r>
              <a:endParaRPr lang="en-US" sz="1600" dirty="0"/>
            </a:p>
          </p:txBody>
        </p:sp>
        <p:sp>
          <p:nvSpPr>
            <p:cNvPr id="13" name="Text 9"/>
            <p:cNvSpPr/>
            <p:nvPr/>
          </p:nvSpPr>
          <p:spPr>
            <a:xfrm>
              <a:off x="3990031" y="2429501"/>
              <a:ext cx="2768335" cy="6949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B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Custom parsing class cuts continuous text walls into explicit character chunks, avoiding ‘lost-in-the-middle’ bias.</a:t>
              </a:r>
              <a:endParaRPr lang="en-US" sz="1400" dirty="0"/>
            </a:p>
          </p:txBody>
        </p:sp>
        <p:sp>
          <p:nvSpPr>
            <p:cNvPr id="14" name="Shape 10"/>
            <p:cNvSpPr/>
            <p:nvPr/>
          </p:nvSpPr>
          <p:spPr>
            <a:xfrm>
              <a:off x="6769525" y="2339893"/>
              <a:ext cx="457200" cy="219456"/>
            </a:xfrm>
            <a:prstGeom prst="rightArrow">
              <a:avLst/>
            </a:prstGeom>
            <a:solidFill>
              <a:schemeClr val="tx1"/>
            </a:solidFill>
            <a:ln/>
          </p:spPr>
          <p:txBody>
            <a:bodyPr/>
            <a:lstStyle/>
            <a:p>
              <a:endParaRPr lang="en-DE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B338985-A458-9F50-2C00-E97722C736F1}"/>
              </a:ext>
            </a:extLst>
          </p:cNvPr>
          <p:cNvGrpSpPr/>
          <p:nvPr/>
        </p:nvGrpSpPr>
        <p:grpSpPr>
          <a:xfrm>
            <a:off x="7711118" y="1538321"/>
            <a:ext cx="3309774" cy="1737360"/>
            <a:chOff x="7278624" y="1554480"/>
            <a:chExt cx="3270225" cy="1737360"/>
          </a:xfrm>
        </p:grpSpPr>
        <p:sp>
          <p:nvSpPr>
            <p:cNvPr id="15" name="Shape 11"/>
            <p:cNvSpPr/>
            <p:nvPr/>
          </p:nvSpPr>
          <p:spPr>
            <a:xfrm>
              <a:off x="7278624" y="1554480"/>
              <a:ext cx="3270225" cy="1737360"/>
            </a:xfrm>
            <a:prstGeom prst="roundRect">
              <a:avLst>
                <a:gd name="adj" fmla="val 4737"/>
              </a:avLst>
            </a:prstGeom>
            <a:solidFill>
              <a:srgbClr val="FFFFFF"/>
            </a:solidFill>
            <a:ln w="12700">
              <a:solidFill>
                <a:srgbClr val="DCE3EA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pic>
          <p:nvPicPr>
            <p:cNvPr id="17" name="Image 2" descr="/home/claude/edumatch/icons/ic_layers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43216" y="1699198"/>
              <a:ext cx="665585" cy="665584"/>
            </a:xfrm>
            <a:prstGeom prst="rect">
              <a:avLst/>
            </a:prstGeom>
          </p:spPr>
        </p:pic>
        <p:sp>
          <p:nvSpPr>
            <p:cNvPr id="18" name="Text 13"/>
            <p:cNvSpPr/>
            <p:nvPr/>
          </p:nvSpPr>
          <p:spPr>
            <a:xfrm>
              <a:off x="7972405" y="1929178"/>
              <a:ext cx="24688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B33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Sliding Window Overlap</a:t>
              </a:r>
              <a:endParaRPr lang="en-US" sz="1600" dirty="0"/>
            </a:p>
          </p:txBody>
        </p:sp>
        <p:sp>
          <p:nvSpPr>
            <p:cNvPr id="19" name="Text 14"/>
            <p:cNvSpPr/>
            <p:nvPr/>
          </p:nvSpPr>
          <p:spPr>
            <a:xfrm>
              <a:off x="7529476" y="2527610"/>
              <a:ext cx="2998069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1B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character overlap window preserves continuity, so sentences and legal clauses are never split.</a:t>
              </a:r>
              <a:endParaRPr lang="en-US" sz="14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B5E5282-9493-9959-A4D9-DF4E4D9D2511}"/>
              </a:ext>
            </a:extLst>
          </p:cNvPr>
          <p:cNvGrpSpPr/>
          <p:nvPr/>
        </p:nvGrpSpPr>
        <p:grpSpPr>
          <a:xfrm>
            <a:off x="640080" y="3479186"/>
            <a:ext cx="11064240" cy="1090059"/>
            <a:chOff x="594360" y="3703320"/>
            <a:chExt cx="11064240" cy="1090059"/>
          </a:xfrm>
        </p:grpSpPr>
        <p:sp>
          <p:nvSpPr>
            <p:cNvPr id="20" name="Shape 15"/>
            <p:cNvSpPr/>
            <p:nvPr/>
          </p:nvSpPr>
          <p:spPr>
            <a:xfrm>
              <a:off x="594360" y="3787539"/>
              <a:ext cx="11064240" cy="1005840"/>
            </a:xfrm>
            <a:prstGeom prst="roundRect">
              <a:avLst>
                <a:gd name="adj" fmla="val 7273"/>
              </a:avLst>
            </a:prstGeom>
            <a:solidFill>
              <a:srgbClr val="1B3350"/>
            </a:solidFill>
            <a:ln/>
          </p:spPr>
          <p:txBody>
            <a:bodyPr/>
            <a:lstStyle/>
            <a:p>
              <a:endParaRPr lang="en-DE"/>
            </a:p>
          </p:txBody>
        </p:sp>
        <p:sp>
          <p:nvSpPr>
            <p:cNvPr id="21" name="Text 16"/>
            <p:cNvSpPr/>
            <p:nvPr/>
          </p:nvSpPr>
          <p:spPr>
            <a:xfrm>
              <a:off x="868680" y="3703320"/>
              <a:ext cx="10424160" cy="1005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i="1" dirty="0">
                  <a:solidFill>
                    <a:srgbClr val="C159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Local Knowledge Assembly:  </a:t>
              </a:r>
              <a:r>
                <a:rPr lang="en-US" sz="16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All outputs are consolidated into a portable local staging index (</a:t>
              </a:r>
              <a:r>
                <a:rPr lang="en-US" sz="1600" dirty="0">
                  <a:solidFill>
                    <a:srgbClr val="FFFFF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raw_extracted_po.txt</a:t>
              </a:r>
              <a:r>
                <a:rPr lang="en-US" sz="16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), bypassing external cloud dependencies.</a:t>
              </a:r>
              <a:endParaRPr lang="en-US" sz="1600" dirty="0"/>
            </a:p>
          </p:txBody>
        </p:sp>
      </p:grpSp>
      <p:sp>
        <p:nvSpPr>
          <p:cNvPr id="23" name="Text 18"/>
          <p:cNvSpPr/>
          <p:nvPr/>
        </p:nvSpPr>
        <p:spPr>
          <a:xfrm>
            <a:off x="11365992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C9D808A3-45DD-5F5A-25D2-EC56BFBC89D5}"/>
              </a:ext>
            </a:extLst>
          </p:cNvPr>
          <p:cNvSpPr/>
          <p:nvPr/>
        </p:nvSpPr>
        <p:spPr>
          <a:xfrm>
            <a:off x="457200" y="6436312"/>
            <a:ext cx="8229600" cy="2870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| </a:t>
            </a:r>
            <a:r>
              <a:rPr lang="en-DE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 Kwaku Larbi Anderson | WBS </a:t>
            </a:r>
            <a:endParaRPr lang="en-DE" sz="1200" i="1" dirty="0">
              <a:solidFill>
                <a:srgbClr val="5B6B7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E531A437-9D34-63B0-DCFB-1AF90984DB47}"/>
              </a:ext>
            </a:extLst>
          </p:cNvPr>
          <p:cNvSpPr/>
          <p:nvPr/>
        </p:nvSpPr>
        <p:spPr>
          <a:xfrm>
            <a:off x="1667435" y="252141"/>
            <a:ext cx="7288307" cy="46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1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r>
              <a:rPr lang="en-US" sz="3000" b="1" dirty="0">
                <a:solidFill>
                  <a:srgbClr val="1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UI Interactive Dashboard</a:t>
            </a:r>
            <a:endParaRPr lang="en-US" sz="3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FD59B5-A424-09F1-8BC5-F8523DEDC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00" y="825366"/>
            <a:ext cx="11659199" cy="5207268"/>
          </a:xfrm>
          <a:prstGeom prst="rect">
            <a:avLst/>
          </a:prstGeom>
        </p:spPr>
      </p:pic>
      <p:sp>
        <p:nvSpPr>
          <p:cNvPr id="3" name="Text 18">
            <a:extLst>
              <a:ext uri="{FF2B5EF4-FFF2-40B4-BE49-F238E27FC236}">
                <a16:creationId xmlns:a16="http://schemas.microsoft.com/office/drawing/2014/main" id="{18B3DAF2-DCFC-DDA0-2C85-9FA0EF77971A}"/>
              </a:ext>
            </a:extLst>
          </p:cNvPr>
          <p:cNvSpPr/>
          <p:nvPr/>
        </p:nvSpPr>
        <p:spPr>
          <a:xfrm>
            <a:off x="457200" y="6436312"/>
            <a:ext cx="8229600" cy="2870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| </a:t>
            </a:r>
            <a:r>
              <a:rPr lang="en-DE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 Kwaku Larbi Anderson | WBS </a:t>
            </a:r>
            <a:endParaRPr lang="en-DE" sz="1200" i="1" dirty="0">
              <a:solidFill>
                <a:srgbClr val="5B6B7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1495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D90E7ED8-7E33-BC31-E19E-0C312236EFD7}"/>
              </a:ext>
            </a:extLst>
          </p:cNvPr>
          <p:cNvSpPr/>
          <p:nvPr/>
        </p:nvSpPr>
        <p:spPr>
          <a:xfrm>
            <a:off x="811306" y="1110725"/>
            <a:ext cx="10210800" cy="19453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FOR YOUR ATTENTION</a:t>
            </a:r>
          </a:p>
          <a:p>
            <a:pPr marL="0" indent="0" algn="ctr">
              <a:buNone/>
            </a:pPr>
            <a:r>
              <a:rPr lang="en-US" sz="3000" b="1" dirty="0">
                <a:solidFill>
                  <a:srgbClr val="1B3350"/>
                </a:solidFill>
                <a:latin typeface="Cambria" pitchFamily="34" charset="0"/>
                <a:ea typeface="Cambria" pitchFamily="34" charset="-122"/>
              </a:rPr>
              <a:t>VIELEN DANK!</a:t>
            </a:r>
          </a:p>
          <a:p>
            <a:pPr marL="0" indent="0" algn="ctr">
              <a:buNone/>
            </a:pPr>
            <a:r>
              <a:rPr lang="en-US" sz="3000" b="1" dirty="0">
                <a:solidFill>
                  <a:srgbClr val="1B3350"/>
                </a:solidFill>
                <a:latin typeface="Cambria" pitchFamily="34" charset="0"/>
                <a:ea typeface="Cambria" pitchFamily="34" charset="-122"/>
              </a:rPr>
              <a:t>ME DAASE!</a:t>
            </a:r>
            <a:endParaRPr lang="en-US" sz="300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6ED7C6EB-26E3-905A-3576-BD4292138E5A}"/>
              </a:ext>
            </a:extLst>
          </p:cNvPr>
          <p:cNvSpPr/>
          <p:nvPr/>
        </p:nvSpPr>
        <p:spPr>
          <a:xfrm>
            <a:off x="518160" y="3784003"/>
            <a:ext cx="11155680" cy="9672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DE" sz="3000" b="1" dirty="0">
                <a:solidFill>
                  <a:srgbClr val="1B3350"/>
                </a:solidFill>
                <a:latin typeface="Cambria" pitchFamily="34" charset="0"/>
                <a:ea typeface="Cambria" pitchFamily="34" charset="-122"/>
              </a:rPr>
              <a:t>I’m happy to take questions, feedback, or recommendations for my next career.</a:t>
            </a:r>
            <a:endParaRPr lang="en-US" sz="3000" b="1" dirty="0">
              <a:solidFill>
                <a:srgbClr val="1B3350"/>
              </a:solidFill>
              <a:latin typeface="Cambria" pitchFamily="34" charset="0"/>
              <a:ea typeface="Cambria" pitchFamily="34" charset="-122"/>
            </a:endParaRPr>
          </a:p>
        </p:txBody>
      </p:sp>
      <p:sp>
        <p:nvSpPr>
          <p:cNvPr id="4" name="Text 18">
            <a:extLst>
              <a:ext uri="{FF2B5EF4-FFF2-40B4-BE49-F238E27FC236}">
                <a16:creationId xmlns:a16="http://schemas.microsoft.com/office/drawing/2014/main" id="{A1CCF1C8-D5CF-E182-E10B-F9C0B9882961}"/>
              </a:ext>
            </a:extLst>
          </p:cNvPr>
          <p:cNvSpPr/>
          <p:nvPr/>
        </p:nvSpPr>
        <p:spPr>
          <a:xfrm>
            <a:off x="457200" y="6436312"/>
            <a:ext cx="8229600" cy="2870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| </a:t>
            </a:r>
            <a:r>
              <a:rPr lang="en-DE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 Kwaku Larbi Anderson | WBS </a:t>
            </a:r>
            <a:endParaRPr lang="en-DE" sz="1200" i="1" dirty="0">
              <a:solidFill>
                <a:srgbClr val="5B6B7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29115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629</Words>
  <Application>Microsoft Office PowerPoint</Application>
  <PresentationFormat>Widescreen</PresentationFormat>
  <Paragraphs>76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Paul Kwaku Larbi Anderson</cp:lastModifiedBy>
  <cp:revision>1</cp:revision>
  <dcterms:created xsi:type="dcterms:W3CDTF">2026-07-10T07:14:18Z</dcterms:created>
  <dcterms:modified xsi:type="dcterms:W3CDTF">2026-07-11T05:29:44Z</dcterms:modified>
</cp:coreProperties>
</file>